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7" r:id="rId2"/>
    <p:sldId id="377" r:id="rId3"/>
    <p:sldId id="379" r:id="rId4"/>
    <p:sldId id="378" r:id="rId5"/>
    <p:sldId id="380" r:id="rId6"/>
    <p:sldId id="381" r:id="rId7"/>
    <p:sldId id="382" r:id="rId8"/>
    <p:sldId id="383" r:id="rId9"/>
    <p:sldId id="384" r:id="rId10"/>
    <p:sldId id="385" r:id="rId11"/>
    <p:sldId id="386" r:id="rId12"/>
    <p:sldId id="387" r:id="rId13"/>
    <p:sldId id="388" r:id="rId14"/>
    <p:sldId id="389" r:id="rId15"/>
    <p:sldId id="390" r:id="rId16"/>
    <p:sldId id="391" r:id="rId17"/>
    <p:sldId id="392" r:id="rId18"/>
    <p:sldId id="393" r:id="rId19"/>
    <p:sldId id="394" r:id="rId20"/>
    <p:sldId id="395" r:id="rId21"/>
    <p:sldId id="396" r:id="rId22"/>
    <p:sldId id="397" r:id="rId23"/>
    <p:sldId id="398" r:id="rId24"/>
    <p:sldId id="399" r:id="rId25"/>
    <p:sldId id="400" r:id="rId26"/>
    <p:sldId id="401" r:id="rId27"/>
    <p:sldId id="402" r:id="rId28"/>
    <p:sldId id="403" r:id="rId29"/>
    <p:sldId id="404" r:id="rId30"/>
    <p:sldId id="405" r:id="rId31"/>
    <p:sldId id="406" r:id="rId32"/>
    <p:sldId id="407" r:id="rId33"/>
    <p:sldId id="408" r:id="rId34"/>
    <p:sldId id="409" r:id="rId35"/>
    <p:sldId id="410" r:id="rId36"/>
    <p:sldId id="411" r:id="rId37"/>
    <p:sldId id="412" r:id="rId38"/>
    <p:sldId id="413" r:id="rId39"/>
    <p:sldId id="414" r:id="rId40"/>
    <p:sldId id="415" r:id="rId41"/>
    <p:sldId id="416" r:id="rId42"/>
    <p:sldId id="417" r:id="rId43"/>
    <p:sldId id="418" r:id="rId44"/>
    <p:sldId id="419" r:id="rId45"/>
    <p:sldId id="420" r:id="rId46"/>
    <p:sldId id="421" r:id="rId47"/>
    <p:sldId id="422" r:id="rId48"/>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63"/>
    <p:restoredTop sz="95694"/>
  </p:normalViewPr>
  <p:slideViewPr>
    <p:cSldViewPr snapToGrid="0" snapToObjects="1">
      <p:cViewPr varScale="1">
        <p:scale>
          <a:sx n="120" d="100"/>
          <a:sy n="120" d="100"/>
        </p:scale>
        <p:origin x="9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084933-259E-4645-9B34-4AE9A123244A}" type="datetimeFigureOut">
              <a:rPr lang="en-RU" smtClean="0"/>
              <a:t>9/21/26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27850-A700-BF41-96A2-4D59D32B1F29}" type="slidenum">
              <a:rPr lang="en-RU" smtClean="0"/>
              <a:t>‹#›</a:t>
            </a:fld>
            <a:endParaRPr lang="en-RU"/>
          </a:p>
        </p:txBody>
      </p:sp>
    </p:spTree>
    <p:extLst>
      <p:ext uri="{BB962C8B-B14F-4D97-AF65-F5344CB8AC3E}">
        <p14:creationId xmlns:p14="http://schemas.microsoft.com/office/powerpoint/2010/main" val="1527038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a:t>
            </a:fld>
            <a:endParaRPr lang="en-RU"/>
          </a:p>
        </p:txBody>
      </p:sp>
    </p:spTree>
    <p:extLst>
      <p:ext uri="{BB962C8B-B14F-4D97-AF65-F5344CB8AC3E}">
        <p14:creationId xmlns:p14="http://schemas.microsoft.com/office/powerpoint/2010/main" val="4046307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a:t>
            </a:fld>
            <a:endParaRPr lang="en-RU"/>
          </a:p>
        </p:txBody>
      </p:sp>
    </p:spTree>
    <p:extLst>
      <p:ext uri="{BB962C8B-B14F-4D97-AF65-F5344CB8AC3E}">
        <p14:creationId xmlns:p14="http://schemas.microsoft.com/office/powerpoint/2010/main" val="1494674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a:t>
            </a:fld>
            <a:endParaRPr lang="en-RU"/>
          </a:p>
        </p:txBody>
      </p:sp>
    </p:spTree>
    <p:extLst>
      <p:ext uri="{BB962C8B-B14F-4D97-AF65-F5344CB8AC3E}">
        <p14:creationId xmlns:p14="http://schemas.microsoft.com/office/powerpoint/2010/main" val="42213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5</a:t>
            </a:fld>
            <a:endParaRPr lang="en-RU"/>
          </a:p>
        </p:txBody>
      </p:sp>
    </p:spTree>
    <p:extLst>
      <p:ext uri="{BB962C8B-B14F-4D97-AF65-F5344CB8AC3E}">
        <p14:creationId xmlns:p14="http://schemas.microsoft.com/office/powerpoint/2010/main" val="635262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6</a:t>
            </a:fld>
            <a:endParaRPr lang="en-RU"/>
          </a:p>
        </p:txBody>
      </p:sp>
    </p:spTree>
    <p:extLst>
      <p:ext uri="{BB962C8B-B14F-4D97-AF65-F5344CB8AC3E}">
        <p14:creationId xmlns:p14="http://schemas.microsoft.com/office/powerpoint/2010/main" val="2911836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7</a:t>
            </a:fld>
            <a:endParaRPr lang="en-RU"/>
          </a:p>
        </p:txBody>
      </p:sp>
    </p:spTree>
    <p:extLst>
      <p:ext uri="{BB962C8B-B14F-4D97-AF65-F5344CB8AC3E}">
        <p14:creationId xmlns:p14="http://schemas.microsoft.com/office/powerpoint/2010/main" val="81040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8</a:t>
            </a:fld>
            <a:endParaRPr lang="en-RU"/>
          </a:p>
        </p:txBody>
      </p:sp>
    </p:spTree>
    <p:extLst>
      <p:ext uri="{BB962C8B-B14F-4D97-AF65-F5344CB8AC3E}">
        <p14:creationId xmlns:p14="http://schemas.microsoft.com/office/powerpoint/2010/main" val="2739820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9</a:t>
            </a:fld>
            <a:endParaRPr lang="en-RU"/>
          </a:p>
        </p:txBody>
      </p:sp>
    </p:spTree>
    <p:extLst>
      <p:ext uri="{BB962C8B-B14F-4D97-AF65-F5344CB8AC3E}">
        <p14:creationId xmlns:p14="http://schemas.microsoft.com/office/powerpoint/2010/main" val="2220822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10</a:t>
            </a:fld>
            <a:endParaRPr lang="en-RU"/>
          </a:p>
        </p:txBody>
      </p:sp>
    </p:spTree>
    <p:extLst>
      <p:ext uri="{BB962C8B-B14F-4D97-AF65-F5344CB8AC3E}">
        <p14:creationId xmlns:p14="http://schemas.microsoft.com/office/powerpoint/2010/main" val="343740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11</a:t>
            </a:fld>
            <a:endParaRPr lang="en-RU"/>
          </a:p>
        </p:txBody>
      </p:sp>
    </p:spTree>
    <p:extLst>
      <p:ext uri="{BB962C8B-B14F-4D97-AF65-F5344CB8AC3E}">
        <p14:creationId xmlns:p14="http://schemas.microsoft.com/office/powerpoint/2010/main" val="3125059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12</a:t>
            </a:fld>
            <a:endParaRPr lang="en-RU"/>
          </a:p>
        </p:txBody>
      </p:sp>
    </p:spTree>
    <p:extLst>
      <p:ext uri="{BB962C8B-B14F-4D97-AF65-F5344CB8AC3E}">
        <p14:creationId xmlns:p14="http://schemas.microsoft.com/office/powerpoint/2010/main" val="2407539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13</a:t>
            </a:fld>
            <a:endParaRPr lang="en-RU"/>
          </a:p>
        </p:txBody>
      </p:sp>
    </p:spTree>
    <p:extLst>
      <p:ext uri="{BB962C8B-B14F-4D97-AF65-F5344CB8AC3E}">
        <p14:creationId xmlns:p14="http://schemas.microsoft.com/office/powerpoint/2010/main" val="2441872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14</a:t>
            </a:fld>
            <a:endParaRPr lang="en-RU"/>
          </a:p>
        </p:txBody>
      </p:sp>
    </p:spTree>
    <p:extLst>
      <p:ext uri="{BB962C8B-B14F-4D97-AF65-F5344CB8AC3E}">
        <p14:creationId xmlns:p14="http://schemas.microsoft.com/office/powerpoint/2010/main" val="2548119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15</a:t>
            </a:fld>
            <a:endParaRPr lang="en-RU"/>
          </a:p>
        </p:txBody>
      </p:sp>
    </p:spTree>
    <p:extLst>
      <p:ext uri="{BB962C8B-B14F-4D97-AF65-F5344CB8AC3E}">
        <p14:creationId xmlns:p14="http://schemas.microsoft.com/office/powerpoint/2010/main" val="3682387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16</a:t>
            </a:fld>
            <a:endParaRPr lang="en-RU"/>
          </a:p>
        </p:txBody>
      </p:sp>
    </p:spTree>
    <p:extLst>
      <p:ext uri="{BB962C8B-B14F-4D97-AF65-F5344CB8AC3E}">
        <p14:creationId xmlns:p14="http://schemas.microsoft.com/office/powerpoint/2010/main" val="1908060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17</a:t>
            </a:fld>
            <a:endParaRPr lang="en-RU"/>
          </a:p>
        </p:txBody>
      </p:sp>
    </p:spTree>
    <p:extLst>
      <p:ext uri="{BB962C8B-B14F-4D97-AF65-F5344CB8AC3E}">
        <p14:creationId xmlns:p14="http://schemas.microsoft.com/office/powerpoint/2010/main" val="937793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18</a:t>
            </a:fld>
            <a:endParaRPr lang="en-RU"/>
          </a:p>
        </p:txBody>
      </p:sp>
    </p:spTree>
    <p:extLst>
      <p:ext uri="{BB962C8B-B14F-4D97-AF65-F5344CB8AC3E}">
        <p14:creationId xmlns:p14="http://schemas.microsoft.com/office/powerpoint/2010/main" val="3569739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19</a:t>
            </a:fld>
            <a:endParaRPr lang="en-RU"/>
          </a:p>
        </p:txBody>
      </p:sp>
    </p:spTree>
    <p:extLst>
      <p:ext uri="{BB962C8B-B14F-4D97-AF65-F5344CB8AC3E}">
        <p14:creationId xmlns:p14="http://schemas.microsoft.com/office/powerpoint/2010/main" val="1481475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20</a:t>
            </a:fld>
            <a:endParaRPr lang="en-RU"/>
          </a:p>
        </p:txBody>
      </p:sp>
    </p:spTree>
    <p:extLst>
      <p:ext uri="{BB962C8B-B14F-4D97-AF65-F5344CB8AC3E}">
        <p14:creationId xmlns:p14="http://schemas.microsoft.com/office/powerpoint/2010/main" val="3789147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21</a:t>
            </a:fld>
            <a:endParaRPr lang="en-RU"/>
          </a:p>
        </p:txBody>
      </p:sp>
    </p:spTree>
    <p:extLst>
      <p:ext uri="{BB962C8B-B14F-4D97-AF65-F5344CB8AC3E}">
        <p14:creationId xmlns:p14="http://schemas.microsoft.com/office/powerpoint/2010/main" val="715901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22</a:t>
            </a:fld>
            <a:endParaRPr lang="en-RU"/>
          </a:p>
        </p:txBody>
      </p:sp>
    </p:spTree>
    <p:extLst>
      <p:ext uri="{BB962C8B-B14F-4D97-AF65-F5344CB8AC3E}">
        <p14:creationId xmlns:p14="http://schemas.microsoft.com/office/powerpoint/2010/main" val="2481470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23</a:t>
            </a:fld>
            <a:endParaRPr lang="en-RU"/>
          </a:p>
        </p:txBody>
      </p:sp>
    </p:spTree>
    <p:extLst>
      <p:ext uri="{BB962C8B-B14F-4D97-AF65-F5344CB8AC3E}">
        <p14:creationId xmlns:p14="http://schemas.microsoft.com/office/powerpoint/2010/main" val="2071918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24</a:t>
            </a:fld>
            <a:endParaRPr lang="en-RU"/>
          </a:p>
        </p:txBody>
      </p:sp>
    </p:spTree>
    <p:extLst>
      <p:ext uri="{BB962C8B-B14F-4D97-AF65-F5344CB8AC3E}">
        <p14:creationId xmlns:p14="http://schemas.microsoft.com/office/powerpoint/2010/main" val="3631926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25</a:t>
            </a:fld>
            <a:endParaRPr lang="en-RU"/>
          </a:p>
        </p:txBody>
      </p:sp>
    </p:spTree>
    <p:extLst>
      <p:ext uri="{BB962C8B-B14F-4D97-AF65-F5344CB8AC3E}">
        <p14:creationId xmlns:p14="http://schemas.microsoft.com/office/powerpoint/2010/main" val="17486313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26</a:t>
            </a:fld>
            <a:endParaRPr lang="en-RU"/>
          </a:p>
        </p:txBody>
      </p:sp>
    </p:spTree>
    <p:extLst>
      <p:ext uri="{BB962C8B-B14F-4D97-AF65-F5344CB8AC3E}">
        <p14:creationId xmlns:p14="http://schemas.microsoft.com/office/powerpoint/2010/main" val="1663766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27</a:t>
            </a:fld>
            <a:endParaRPr lang="en-RU"/>
          </a:p>
        </p:txBody>
      </p:sp>
    </p:spTree>
    <p:extLst>
      <p:ext uri="{BB962C8B-B14F-4D97-AF65-F5344CB8AC3E}">
        <p14:creationId xmlns:p14="http://schemas.microsoft.com/office/powerpoint/2010/main" val="7350955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28</a:t>
            </a:fld>
            <a:endParaRPr lang="en-RU"/>
          </a:p>
        </p:txBody>
      </p:sp>
    </p:spTree>
    <p:extLst>
      <p:ext uri="{BB962C8B-B14F-4D97-AF65-F5344CB8AC3E}">
        <p14:creationId xmlns:p14="http://schemas.microsoft.com/office/powerpoint/2010/main" val="21879063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29</a:t>
            </a:fld>
            <a:endParaRPr lang="en-RU"/>
          </a:p>
        </p:txBody>
      </p:sp>
    </p:spTree>
    <p:extLst>
      <p:ext uri="{BB962C8B-B14F-4D97-AF65-F5344CB8AC3E}">
        <p14:creationId xmlns:p14="http://schemas.microsoft.com/office/powerpoint/2010/main" val="3264847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30</a:t>
            </a:fld>
            <a:endParaRPr lang="en-RU"/>
          </a:p>
        </p:txBody>
      </p:sp>
    </p:spTree>
    <p:extLst>
      <p:ext uri="{BB962C8B-B14F-4D97-AF65-F5344CB8AC3E}">
        <p14:creationId xmlns:p14="http://schemas.microsoft.com/office/powerpoint/2010/main" val="26771570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31</a:t>
            </a:fld>
            <a:endParaRPr lang="en-RU"/>
          </a:p>
        </p:txBody>
      </p:sp>
    </p:spTree>
    <p:extLst>
      <p:ext uri="{BB962C8B-B14F-4D97-AF65-F5344CB8AC3E}">
        <p14:creationId xmlns:p14="http://schemas.microsoft.com/office/powerpoint/2010/main" val="3054912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32</a:t>
            </a:fld>
            <a:endParaRPr lang="en-RU"/>
          </a:p>
        </p:txBody>
      </p:sp>
    </p:spTree>
    <p:extLst>
      <p:ext uri="{BB962C8B-B14F-4D97-AF65-F5344CB8AC3E}">
        <p14:creationId xmlns:p14="http://schemas.microsoft.com/office/powerpoint/2010/main" val="36734360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33</a:t>
            </a:fld>
            <a:endParaRPr lang="en-RU"/>
          </a:p>
        </p:txBody>
      </p:sp>
    </p:spTree>
    <p:extLst>
      <p:ext uri="{BB962C8B-B14F-4D97-AF65-F5344CB8AC3E}">
        <p14:creationId xmlns:p14="http://schemas.microsoft.com/office/powerpoint/2010/main" val="85148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34</a:t>
            </a:fld>
            <a:endParaRPr lang="en-RU"/>
          </a:p>
        </p:txBody>
      </p:sp>
    </p:spTree>
    <p:extLst>
      <p:ext uri="{BB962C8B-B14F-4D97-AF65-F5344CB8AC3E}">
        <p14:creationId xmlns:p14="http://schemas.microsoft.com/office/powerpoint/2010/main" val="4543237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35</a:t>
            </a:fld>
            <a:endParaRPr lang="en-RU"/>
          </a:p>
        </p:txBody>
      </p:sp>
    </p:spTree>
    <p:extLst>
      <p:ext uri="{BB962C8B-B14F-4D97-AF65-F5344CB8AC3E}">
        <p14:creationId xmlns:p14="http://schemas.microsoft.com/office/powerpoint/2010/main" val="33491847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36</a:t>
            </a:fld>
            <a:endParaRPr lang="en-RU"/>
          </a:p>
        </p:txBody>
      </p:sp>
    </p:spTree>
    <p:extLst>
      <p:ext uri="{BB962C8B-B14F-4D97-AF65-F5344CB8AC3E}">
        <p14:creationId xmlns:p14="http://schemas.microsoft.com/office/powerpoint/2010/main" val="16873441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37</a:t>
            </a:fld>
            <a:endParaRPr lang="en-RU"/>
          </a:p>
        </p:txBody>
      </p:sp>
    </p:spTree>
    <p:extLst>
      <p:ext uri="{BB962C8B-B14F-4D97-AF65-F5344CB8AC3E}">
        <p14:creationId xmlns:p14="http://schemas.microsoft.com/office/powerpoint/2010/main" val="14771003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38</a:t>
            </a:fld>
            <a:endParaRPr lang="en-RU"/>
          </a:p>
        </p:txBody>
      </p:sp>
    </p:spTree>
    <p:extLst>
      <p:ext uri="{BB962C8B-B14F-4D97-AF65-F5344CB8AC3E}">
        <p14:creationId xmlns:p14="http://schemas.microsoft.com/office/powerpoint/2010/main" val="3526043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39</a:t>
            </a:fld>
            <a:endParaRPr lang="en-RU"/>
          </a:p>
        </p:txBody>
      </p:sp>
    </p:spTree>
    <p:extLst>
      <p:ext uri="{BB962C8B-B14F-4D97-AF65-F5344CB8AC3E}">
        <p14:creationId xmlns:p14="http://schemas.microsoft.com/office/powerpoint/2010/main" val="20494150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40</a:t>
            </a:fld>
            <a:endParaRPr lang="en-RU"/>
          </a:p>
        </p:txBody>
      </p:sp>
    </p:spTree>
    <p:extLst>
      <p:ext uri="{BB962C8B-B14F-4D97-AF65-F5344CB8AC3E}">
        <p14:creationId xmlns:p14="http://schemas.microsoft.com/office/powerpoint/2010/main" val="27521458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41</a:t>
            </a:fld>
            <a:endParaRPr lang="en-RU"/>
          </a:p>
        </p:txBody>
      </p:sp>
    </p:spTree>
    <p:extLst>
      <p:ext uri="{BB962C8B-B14F-4D97-AF65-F5344CB8AC3E}">
        <p14:creationId xmlns:p14="http://schemas.microsoft.com/office/powerpoint/2010/main" val="29069706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42</a:t>
            </a:fld>
            <a:endParaRPr lang="en-RU"/>
          </a:p>
        </p:txBody>
      </p:sp>
    </p:spTree>
    <p:extLst>
      <p:ext uri="{BB962C8B-B14F-4D97-AF65-F5344CB8AC3E}">
        <p14:creationId xmlns:p14="http://schemas.microsoft.com/office/powerpoint/2010/main" val="5443158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43</a:t>
            </a:fld>
            <a:endParaRPr lang="en-RU"/>
          </a:p>
        </p:txBody>
      </p:sp>
    </p:spTree>
    <p:extLst>
      <p:ext uri="{BB962C8B-B14F-4D97-AF65-F5344CB8AC3E}">
        <p14:creationId xmlns:p14="http://schemas.microsoft.com/office/powerpoint/2010/main" val="10744067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44</a:t>
            </a:fld>
            <a:endParaRPr lang="en-RU"/>
          </a:p>
        </p:txBody>
      </p:sp>
    </p:spTree>
    <p:extLst>
      <p:ext uri="{BB962C8B-B14F-4D97-AF65-F5344CB8AC3E}">
        <p14:creationId xmlns:p14="http://schemas.microsoft.com/office/powerpoint/2010/main" val="35969360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45</a:t>
            </a:fld>
            <a:endParaRPr lang="en-RU"/>
          </a:p>
        </p:txBody>
      </p:sp>
    </p:spTree>
    <p:extLst>
      <p:ext uri="{BB962C8B-B14F-4D97-AF65-F5344CB8AC3E}">
        <p14:creationId xmlns:p14="http://schemas.microsoft.com/office/powerpoint/2010/main" val="39099062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46</a:t>
            </a:fld>
            <a:endParaRPr lang="en-RU"/>
          </a:p>
        </p:txBody>
      </p:sp>
    </p:spTree>
    <p:extLst>
      <p:ext uri="{BB962C8B-B14F-4D97-AF65-F5344CB8AC3E}">
        <p14:creationId xmlns:p14="http://schemas.microsoft.com/office/powerpoint/2010/main" val="26977916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3927850-A700-BF41-96A2-4D59D32B1F29}" type="slidenum">
              <a:rPr lang="en-RU" smtClean="0"/>
              <a:t>47</a:t>
            </a:fld>
            <a:endParaRPr lang="en-RU"/>
          </a:p>
        </p:txBody>
      </p:sp>
    </p:spTree>
    <p:extLst>
      <p:ext uri="{BB962C8B-B14F-4D97-AF65-F5344CB8AC3E}">
        <p14:creationId xmlns:p14="http://schemas.microsoft.com/office/powerpoint/2010/main" val="1070629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1CE9-50EB-1643-A068-87668BFC6B5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RU"/>
          </a:p>
        </p:txBody>
      </p:sp>
      <p:sp>
        <p:nvSpPr>
          <p:cNvPr id="3" name="Subtitle 2">
            <a:extLst>
              <a:ext uri="{FF2B5EF4-FFF2-40B4-BE49-F238E27FC236}">
                <a16:creationId xmlns:a16="http://schemas.microsoft.com/office/drawing/2014/main" id="{29F326F9-CEF2-D94F-9FB9-8D67A57846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RU"/>
          </a:p>
        </p:txBody>
      </p:sp>
      <p:sp>
        <p:nvSpPr>
          <p:cNvPr id="4" name="Date Placeholder 3">
            <a:extLst>
              <a:ext uri="{FF2B5EF4-FFF2-40B4-BE49-F238E27FC236}">
                <a16:creationId xmlns:a16="http://schemas.microsoft.com/office/drawing/2014/main" id="{D5F301E2-1DD5-D34E-84CB-7C636E00326F}"/>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5" name="Footer Placeholder 4">
            <a:extLst>
              <a:ext uri="{FF2B5EF4-FFF2-40B4-BE49-F238E27FC236}">
                <a16:creationId xmlns:a16="http://schemas.microsoft.com/office/drawing/2014/main" id="{16F35EEA-690C-DE4E-BBA4-FC0096D75E56}"/>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1E38A33D-D8BA-7B40-97EB-B51457DF5BF3}"/>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2677413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7589-4128-CB4A-A694-04B4C46FD482}"/>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A1E34970-CD3C-FC4D-A6AD-C9E99C3CBC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F3D08CAB-5431-E641-BF09-C492FB8D179F}"/>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5" name="Footer Placeholder 4">
            <a:extLst>
              <a:ext uri="{FF2B5EF4-FFF2-40B4-BE49-F238E27FC236}">
                <a16:creationId xmlns:a16="http://schemas.microsoft.com/office/drawing/2014/main" id="{67658278-3A95-D84F-A7D3-076C494435EC}"/>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E1BD999D-C6F9-504D-996B-8073A3EC407A}"/>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1197009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392B-7356-5B4C-A317-CC2248AD1B3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RU"/>
          </a:p>
        </p:txBody>
      </p:sp>
      <p:sp>
        <p:nvSpPr>
          <p:cNvPr id="3" name="Text Placeholder 2">
            <a:extLst>
              <a:ext uri="{FF2B5EF4-FFF2-40B4-BE49-F238E27FC236}">
                <a16:creationId xmlns:a16="http://schemas.microsoft.com/office/drawing/2014/main" id="{4BFE5D55-74E4-4E4A-B8DE-2E1F269E91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04AA691-CE32-694D-8BD8-93D0FFC7ECD0}"/>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5" name="Footer Placeholder 4">
            <a:extLst>
              <a:ext uri="{FF2B5EF4-FFF2-40B4-BE49-F238E27FC236}">
                <a16:creationId xmlns:a16="http://schemas.microsoft.com/office/drawing/2014/main" id="{C3BA5718-E1CF-EC4A-B450-956E7965C502}"/>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0172E433-B3E1-944F-873F-0B9C2286865B}"/>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89233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E7EBF-214E-F04E-9F5D-AD9ED3D57E22}"/>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E94C9148-6FBD-0E43-B3F7-62FAC5048C2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Content Placeholder 3">
            <a:extLst>
              <a:ext uri="{FF2B5EF4-FFF2-40B4-BE49-F238E27FC236}">
                <a16:creationId xmlns:a16="http://schemas.microsoft.com/office/drawing/2014/main" id="{767404DA-EFE6-0649-B90F-E3250575A31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Date Placeholder 4">
            <a:extLst>
              <a:ext uri="{FF2B5EF4-FFF2-40B4-BE49-F238E27FC236}">
                <a16:creationId xmlns:a16="http://schemas.microsoft.com/office/drawing/2014/main" id="{F86A884A-4D46-4543-99D7-5904F207F378}"/>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6" name="Footer Placeholder 5">
            <a:extLst>
              <a:ext uri="{FF2B5EF4-FFF2-40B4-BE49-F238E27FC236}">
                <a16:creationId xmlns:a16="http://schemas.microsoft.com/office/drawing/2014/main" id="{654E09FF-4F08-2441-89BA-F9FFC78FF428}"/>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56FC095F-87B7-9646-8392-409F35A7625C}"/>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1652186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7E88B-DBBD-E04B-8562-2905FCCF7F3C}"/>
              </a:ext>
            </a:extLst>
          </p:cNvPr>
          <p:cNvSpPr>
            <a:spLocks noGrp="1"/>
          </p:cNvSpPr>
          <p:nvPr>
            <p:ph type="title"/>
          </p:nvPr>
        </p:nvSpPr>
        <p:spPr>
          <a:xfrm>
            <a:off x="839788" y="365125"/>
            <a:ext cx="10515600" cy="1325563"/>
          </a:xfrm>
        </p:spPr>
        <p:txBody>
          <a:bodyPr/>
          <a:lstStyle/>
          <a:p>
            <a:r>
              <a:rPr lang="en-GB"/>
              <a:t>Click to edit Master title style</a:t>
            </a:r>
            <a:endParaRPr lang="en-RU"/>
          </a:p>
        </p:txBody>
      </p:sp>
      <p:sp>
        <p:nvSpPr>
          <p:cNvPr id="3" name="Text Placeholder 2">
            <a:extLst>
              <a:ext uri="{FF2B5EF4-FFF2-40B4-BE49-F238E27FC236}">
                <a16:creationId xmlns:a16="http://schemas.microsoft.com/office/drawing/2014/main" id="{DAEFE992-50B9-3346-B439-87600E75B4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5DEF4A-C41C-E44B-B73E-3F9EE60EECE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Text Placeholder 4">
            <a:extLst>
              <a:ext uri="{FF2B5EF4-FFF2-40B4-BE49-F238E27FC236}">
                <a16:creationId xmlns:a16="http://schemas.microsoft.com/office/drawing/2014/main" id="{79E4150F-11AE-FC4C-8344-4CBFCEBC3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807F926-5953-9543-9208-7EB1024F15F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7" name="Date Placeholder 6">
            <a:extLst>
              <a:ext uri="{FF2B5EF4-FFF2-40B4-BE49-F238E27FC236}">
                <a16:creationId xmlns:a16="http://schemas.microsoft.com/office/drawing/2014/main" id="{5D3F995B-399B-824E-B4B3-7202FE41BE5B}"/>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8" name="Footer Placeholder 7">
            <a:extLst>
              <a:ext uri="{FF2B5EF4-FFF2-40B4-BE49-F238E27FC236}">
                <a16:creationId xmlns:a16="http://schemas.microsoft.com/office/drawing/2014/main" id="{6CE38D37-2330-7E49-98F5-4AF0F0452BBF}"/>
              </a:ext>
            </a:extLst>
          </p:cNvPr>
          <p:cNvSpPr>
            <a:spLocks noGrp="1"/>
          </p:cNvSpPr>
          <p:nvPr>
            <p:ph type="ftr" sz="quarter" idx="11"/>
          </p:nvPr>
        </p:nvSpPr>
        <p:spPr/>
        <p:txBody>
          <a:bodyPr/>
          <a:lstStyle/>
          <a:p>
            <a:endParaRPr lang="en-RU"/>
          </a:p>
        </p:txBody>
      </p:sp>
      <p:sp>
        <p:nvSpPr>
          <p:cNvPr id="9" name="Slide Number Placeholder 8">
            <a:extLst>
              <a:ext uri="{FF2B5EF4-FFF2-40B4-BE49-F238E27FC236}">
                <a16:creationId xmlns:a16="http://schemas.microsoft.com/office/drawing/2014/main" id="{CC6FEDEE-BCF0-9946-840D-3618ADED0E38}"/>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1837996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EFA4-5EA6-F643-B134-87DEABD8CBA3}"/>
              </a:ext>
            </a:extLst>
          </p:cNvPr>
          <p:cNvSpPr>
            <a:spLocks noGrp="1"/>
          </p:cNvSpPr>
          <p:nvPr>
            <p:ph type="title"/>
          </p:nvPr>
        </p:nvSpPr>
        <p:spPr/>
        <p:txBody>
          <a:bodyPr/>
          <a:lstStyle/>
          <a:p>
            <a:r>
              <a:rPr lang="en-GB"/>
              <a:t>Click to edit Master title style</a:t>
            </a:r>
            <a:endParaRPr lang="en-RU"/>
          </a:p>
        </p:txBody>
      </p:sp>
      <p:sp>
        <p:nvSpPr>
          <p:cNvPr id="3" name="Date Placeholder 2">
            <a:extLst>
              <a:ext uri="{FF2B5EF4-FFF2-40B4-BE49-F238E27FC236}">
                <a16:creationId xmlns:a16="http://schemas.microsoft.com/office/drawing/2014/main" id="{EF3595AC-268D-AD4C-8E05-FB26E0814D09}"/>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4" name="Footer Placeholder 3">
            <a:extLst>
              <a:ext uri="{FF2B5EF4-FFF2-40B4-BE49-F238E27FC236}">
                <a16:creationId xmlns:a16="http://schemas.microsoft.com/office/drawing/2014/main" id="{59FEA35C-E274-AE43-B5FB-F80D17CC9D39}"/>
              </a:ext>
            </a:extLst>
          </p:cNvPr>
          <p:cNvSpPr>
            <a:spLocks noGrp="1"/>
          </p:cNvSpPr>
          <p:nvPr>
            <p:ph type="ftr" sz="quarter" idx="11"/>
          </p:nvPr>
        </p:nvSpPr>
        <p:spPr/>
        <p:txBody>
          <a:bodyPr/>
          <a:lstStyle/>
          <a:p>
            <a:endParaRPr lang="en-RU"/>
          </a:p>
        </p:txBody>
      </p:sp>
      <p:sp>
        <p:nvSpPr>
          <p:cNvPr id="5" name="Slide Number Placeholder 4">
            <a:extLst>
              <a:ext uri="{FF2B5EF4-FFF2-40B4-BE49-F238E27FC236}">
                <a16:creationId xmlns:a16="http://schemas.microsoft.com/office/drawing/2014/main" id="{239F09DB-9B12-B348-A6F2-AFF25A85B47F}"/>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1587169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D4F68-9244-AC41-9F97-066ED4FABD78}"/>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3" name="Footer Placeholder 2">
            <a:extLst>
              <a:ext uri="{FF2B5EF4-FFF2-40B4-BE49-F238E27FC236}">
                <a16:creationId xmlns:a16="http://schemas.microsoft.com/office/drawing/2014/main" id="{27646067-3284-FB49-B26B-14859B8665B1}"/>
              </a:ext>
            </a:extLst>
          </p:cNvPr>
          <p:cNvSpPr>
            <a:spLocks noGrp="1"/>
          </p:cNvSpPr>
          <p:nvPr>
            <p:ph type="ftr" sz="quarter" idx="11"/>
          </p:nvPr>
        </p:nvSpPr>
        <p:spPr/>
        <p:txBody>
          <a:bodyPr/>
          <a:lstStyle/>
          <a:p>
            <a:endParaRPr lang="en-RU"/>
          </a:p>
        </p:txBody>
      </p:sp>
      <p:sp>
        <p:nvSpPr>
          <p:cNvPr id="4" name="Slide Number Placeholder 3">
            <a:extLst>
              <a:ext uri="{FF2B5EF4-FFF2-40B4-BE49-F238E27FC236}">
                <a16:creationId xmlns:a16="http://schemas.microsoft.com/office/drawing/2014/main" id="{2B48828C-7753-D641-A1B9-3287B0A4C3B4}"/>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2243649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70B8E-91FB-2340-A974-E63562097B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Content Placeholder 2">
            <a:extLst>
              <a:ext uri="{FF2B5EF4-FFF2-40B4-BE49-F238E27FC236}">
                <a16:creationId xmlns:a16="http://schemas.microsoft.com/office/drawing/2014/main" id="{302B8F20-588C-FA4D-9C7E-54EEF30823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Text Placeholder 3">
            <a:extLst>
              <a:ext uri="{FF2B5EF4-FFF2-40B4-BE49-F238E27FC236}">
                <a16:creationId xmlns:a16="http://schemas.microsoft.com/office/drawing/2014/main" id="{CC441CFF-4A54-5148-854B-CE7577A1D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8247698-08B6-3843-A414-48C60323FA55}"/>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6" name="Footer Placeholder 5">
            <a:extLst>
              <a:ext uri="{FF2B5EF4-FFF2-40B4-BE49-F238E27FC236}">
                <a16:creationId xmlns:a16="http://schemas.microsoft.com/office/drawing/2014/main" id="{4F02AE46-FB20-4049-A34D-A140DE5AC08F}"/>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2B5985D9-7908-CD40-8AD3-7B9390B26D9D}"/>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4229891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49B32-E81C-894A-B72A-CC5D7C27205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Picture Placeholder 2">
            <a:extLst>
              <a:ext uri="{FF2B5EF4-FFF2-40B4-BE49-F238E27FC236}">
                <a16:creationId xmlns:a16="http://schemas.microsoft.com/office/drawing/2014/main" id="{2DA35D9D-3EC5-9447-8B49-24D361C7F0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U"/>
          </a:p>
        </p:txBody>
      </p:sp>
      <p:sp>
        <p:nvSpPr>
          <p:cNvPr id="4" name="Text Placeholder 3">
            <a:extLst>
              <a:ext uri="{FF2B5EF4-FFF2-40B4-BE49-F238E27FC236}">
                <a16:creationId xmlns:a16="http://schemas.microsoft.com/office/drawing/2014/main" id="{43AE5A61-703E-E34B-80DA-486C6C68A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61060E-6439-0545-A150-FE4635E8ADD9}"/>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6" name="Footer Placeholder 5">
            <a:extLst>
              <a:ext uri="{FF2B5EF4-FFF2-40B4-BE49-F238E27FC236}">
                <a16:creationId xmlns:a16="http://schemas.microsoft.com/office/drawing/2014/main" id="{1C74EDBE-D710-8043-B8A2-82D04D233908}"/>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9465383A-8EC0-E945-AE8A-29E9F0291351}"/>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3427371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84C0-EC1F-0A41-9008-51EF712ED4EF}"/>
              </a:ext>
            </a:extLst>
          </p:cNvPr>
          <p:cNvSpPr>
            <a:spLocks noGrp="1"/>
          </p:cNvSpPr>
          <p:nvPr>
            <p:ph type="title"/>
          </p:nvPr>
        </p:nvSpPr>
        <p:spPr/>
        <p:txBody>
          <a:bodyPr/>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982B86DC-2D8E-DF43-9B67-0D9258DD5CB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4C30C04A-BE85-B040-A50F-62F73927F5E1}"/>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5" name="Footer Placeholder 4">
            <a:extLst>
              <a:ext uri="{FF2B5EF4-FFF2-40B4-BE49-F238E27FC236}">
                <a16:creationId xmlns:a16="http://schemas.microsoft.com/office/drawing/2014/main" id="{1B9E8831-E42C-BB42-A134-363FC2D261BA}"/>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EAB112BD-AFAC-BB4E-AE6E-AA2A258B078B}"/>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1497190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21D379-333F-A144-81B1-DF5F42CE31C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BC21C478-988E-7143-B249-837D9B10162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2EE82F1D-807A-2B45-A2DE-BF3638AEFDF6}"/>
              </a:ext>
            </a:extLst>
          </p:cNvPr>
          <p:cNvSpPr>
            <a:spLocks noGrp="1"/>
          </p:cNvSpPr>
          <p:nvPr>
            <p:ph type="dt" sz="half" idx="10"/>
          </p:nvPr>
        </p:nvSpPr>
        <p:spPr/>
        <p:txBody>
          <a:bodyPr/>
          <a:lstStyle/>
          <a:p>
            <a:fld id="{12BD93D7-266E-934A-B33D-A2BFF683406D}" type="datetimeFigureOut">
              <a:rPr lang="en-RU" smtClean="0"/>
              <a:t>9/21/26</a:t>
            </a:fld>
            <a:endParaRPr lang="en-RU"/>
          </a:p>
        </p:txBody>
      </p:sp>
      <p:sp>
        <p:nvSpPr>
          <p:cNvPr id="5" name="Footer Placeholder 4">
            <a:extLst>
              <a:ext uri="{FF2B5EF4-FFF2-40B4-BE49-F238E27FC236}">
                <a16:creationId xmlns:a16="http://schemas.microsoft.com/office/drawing/2014/main" id="{087BA21A-15D7-5440-9CBF-849E338B2AA6}"/>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207C03B9-60F8-8649-BA53-1A13A00628AF}"/>
              </a:ext>
            </a:extLst>
          </p:cNvPr>
          <p:cNvSpPr>
            <a:spLocks noGrp="1"/>
          </p:cNvSpPr>
          <p:nvPr>
            <p:ph type="sldNum" sz="quarter" idx="12"/>
          </p:nvPr>
        </p:nvSpPr>
        <p:spPr/>
        <p:txBody>
          <a:bodyPr/>
          <a:lstStyle/>
          <a:p>
            <a:fld id="{23CE814C-99E5-1A44-BA9F-1896B18423BE}" type="slidenum">
              <a:rPr lang="en-RU" smtClean="0"/>
              <a:t>‹#›</a:t>
            </a:fld>
            <a:endParaRPr lang="en-RU"/>
          </a:p>
        </p:txBody>
      </p:sp>
    </p:spTree>
    <p:extLst>
      <p:ext uri="{BB962C8B-B14F-4D97-AF65-F5344CB8AC3E}">
        <p14:creationId xmlns:p14="http://schemas.microsoft.com/office/powerpoint/2010/main" val="507853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3F2F60-591A-448A-AD90-1628A557ED29}"/>
              </a:ext>
            </a:extLst>
          </p:cNvPr>
          <p:cNvSpPr>
            <a:spLocks noGrp="1"/>
          </p:cNvSpPr>
          <p:nvPr>
            <p:ph type="body" sz="quarter" idx="10" hasCustomPrompt="1"/>
          </p:nvPr>
        </p:nvSpPr>
        <p:spPr>
          <a:xfrm>
            <a:off x="912875" y="1628776"/>
            <a:ext cx="8086725" cy="2218907"/>
          </a:xfrm>
        </p:spPr>
        <p:txBody>
          <a:bodyPr anchor="b">
            <a:normAutofit/>
          </a:bodyPr>
          <a:lstStyle>
            <a:lvl1pPr marL="0" indent="0">
              <a:lnSpc>
                <a:spcPct val="80000"/>
              </a:lnSpc>
              <a:buNone/>
              <a:defRPr sz="5334" b="1" cap="all" baseline="0">
                <a:solidFill>
                  <a:srgbClr val="1E1F1F"/>
                </a:solidFill>
                <a:latin typeface="Arial" panose="020B0604020202020204" pitchFamily="34" charset="0"/>
                <a:cs typeface="Arial" panose="020B0604020202020204" pitchFamily="34" charset="0"/>
              </a:defRPr>
            </a:lvl1pPr>
          </a:lstStyle>
          <a:p>
            <a:pPr lvl="0"/>
            <a:r>
              <a:rPr lang="ru-RU" dirty="0" err="1"/>
              <a:t>НазваниЕ</a:t>
            </a:r>
            <a:r>
              <a:rPr lang="ru-RU" dirty="0"/>
              <a:t> презентации</a:t>
            </a:r>
          </a:p>
        </p:txBody>
      </p:sp>
      <p:sp>
        <p:nvSpPr>
          <p:cNvPr id="12" name="Text Placeholder 11">
            <a:extLst>
              <a:ext uri="{FF2B5EF4-FFF2-40B4-BE49-F238E27FC236}">
                <a16:creationId xmlns:a16="http://schemas.microsoft.com/office/drawing/2014/main" id="{67228B39-CE56-44B3-B868-278EC35E5426}"/>
              </a:ext>
            </a:extLst>
          </p:cNvPr>
          <p:cNvSpPr>
            <a:spLocks noGrp="1"/>
          </p:cNvSpPr>
          <p:nvPr>
            <p:ph type="body" sz="quarter" idx="11" hasCustomPrompt="1"/>
          </p:nvPr>
        </p:nvSpPr>
        <p:spPr>
          <a:xfrm>
            <a:off x="912438" y="3937340"/>
            <a:ext cx="8086725" cy="402336"/>
          </a:xfrm>
        </p:spPr>
        <p:txBody>
          <a:bodyPr>
            <a:normAutofit/>
          </a:bodyPr>
          <a:lstStyle>
            <a:lvl1pPr marL="0" indent="0">
              <a:buNone/>
              <a:defRPr sz="2400" b="1">
                <a:solidFill>
                  <a:srgbClr val="DB1430"/>
                </a:solidFill>
                <a:latin typeface="Arial" panose="020B0604020202020204" pitchFamily="34" charset="0"/>
                <a:cs typeface="Arial" panose="020B0604020202020204" pitchFamily="34" charset="0"/>
              </a:defRPr>
            </a:lvl1pPr>
          </a:lstStyle>
          <a:p>
            <a:pPr lvl="0"/>
            <a:r>
              <a:rPr lang="ru-RU" dirty="0"/>
              <a:t>Имя, Фамилия</a:t>
            </a:r>
          </a:p>
        </p:txBody>
      </p:sp>
      <p:sp>
        <p:nvSpPr>
          <p:cNvPr id="14" name="Text Placeholder 11">
            <a:extLst>
              <a:ext uri="{FF2B5EF4-FFF2-40B4-BE49-F238E27FC236}">
                <a16:creationId xmlns:a16="http://schemas.microsoft.com/office/drawing/2014/main" id="{10E6A387-D6CD-4EEA-8260-213A82AD7F63}"/>
              </a:ext>
            </a:extLst>
          </p:cNvPr>
          <p:cNvSpPr>
            <a:spLocks noGrp="1"/>
          </p:cNvSpPr>
          <p:nvPr>
            <p:ph type="body" sz="quarter" idx="12" hasCustomPrompt="1"/>
          </p:nvPr>
        </p:nvSpPr>
        <p:spPr>
          <a:xfrm>
            <a:off x="914186" y="4299712"/>
            <a:ext cx="8084978" cy="402336"/>
          </a:xfrm>
        </p:spPr>
        <p:txBody>
          <a:bodyPr>
            <a:normAutofit/>
          </a:bodyPr>
          <a:lstStyle>
            <a:lvl1pPr marL="0" indent="0">
              <a:buNone/>
              <a:defRPr sz="2400" b="1">
                <a:solidFill>
                  <a:srgbClr val="DB1430"/>
                </a:solidFill>
                <a:latin typeface="Arial" panose="020B0604020202020204" pitchFamily="34" charset="0"/>
                <a:cs typeface="Arial" panose="020B0604020202020204" pitchFamily="34" charset="0"/>
              </a:defRPr>
            </a:lvl1pPr>
          </a:lstStyle>
          <a:p>
            <a:pPr lvl="0"/>
            <a:r>
              <a:rPr lang="ru-RU" dirty="0"/>
              <a:t>Должность</a:t>
            </a:r>
          </a:p>
        </p:txBody>
      </p:sp>
      <p:cxnSp>
        <p:nvCxnSpPr>
          <p:cNvPr id="16" name="Straight Connector 15">
            <a:extLst>
              <a:ext uri="{FF2B5EF4-FFF2-40B4-BE49-F238E27FC236}">
                <a16:creationId xmlns:a16="http://schemas.microsoft.com/office/drawing/2014/main" id="{0F124B59-153F-4F3A-88E6-2676F3EB530A}"/>
              </a:ext>
            </a:extLst>
          </p:cNvPr>
          <p:cNvCxnSpPr/>
          <p:nvPr/>
        </p:nvCxnSpPr>
        <p:spPr>
          <a:xfrm>
            <a:off x="1022773" y="3847682"/>
            <a:ext cx="3474720" cy="0"/>
          </a:xfrm>
          <a:prstGeom prst="line">
            <a:avLst/>
          </a:prstGeom>
          <a:ln w="19050">
            <a:solidFill>
              <a:srgbClr val="1E1F1F"/>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81DD5811-DA7A-487C-9D39-2B9F9FB1FF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91041" y="638889"/>
            <a:ext cx="1971040" cy="829864"/>
          </a:xfrm>
          <a:prstGeom prst="rect">
            <a:avLst/>
          </a:prstGeom>
        </p:spPr>
      </p:pic>
      <p:cxnSp>
        <p:nvCxnSpPr>
          <p:cNvPr id="8" name="Straight Connector 7">
            <a:extLst>
              <a:ext uri="{FF2B5EF4-FFF2-40B4-BE49-F238E27FC236}">
                <a16:creationId xmlns:a16="http://schemas.microsoft.com/office/drawing/2014/main" id="{46C86442-C5F9-456F-8B56-0D88C1852A74}"/>
              </a:ext>
            </a:extLst>
          </p:cNvPr>
          <p:cNvCxnSpPr/>
          <p:nvPr/>
        </p:nvCxnSpPr>
        <p:spPr>
          <a:xfrm>
            <a:off x="1022773" y="3847682"/>
            <a:ext cx="3474720" cy="0"/>
          </a:xfrm>
          <a:prstGeom prst="line">
            <a:avLst/>
          </a:prstGeom>
          <a:ln w="19050">
            <a:solidFill>
              <a:srgbClr val="1E1F1F"/>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484E0E2-6ED7-4F64-96A8-E4990A4E7D1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91041" y="638889"/>
            <a:ext cx="1971040" cy="829864"/>
          </a:xfrm>
          <a:prstGeom prst="rect">
            <a:avLst/>
          </a:prstGeom>
        </p:spPr>
      </p:pic>
      <p:sp>
        <p:nvSpPr>
          <p:cNvPr id="11" name="Text Placeholder 9">
            <a:extLst>
              <a:ext uri="{FF2B5EF4-FFF2-40B4-BE49-F238E27FC236}">
                <a16:creationId xmlns:a16="http://schemas.microsoft.com/office/drawing/2014/main" id="{881CD065-FA5C-4066-9726-CA5829C1627E}"/>
              </a:ext>
            </a:extLst>
          </p:cNvPr>
          <p:cNvSpPr txBox="1">
            <a:spLocks/>
          </p:cNvSpPr>
          <p:nvPr userDrawn="1"/>
        </p:nvSpPr>
        <p:spPr>
          <a:xfrm>
            <a:off x="168122" y="6597650"/>
            <a:ext cx="6232678" cy="13335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600" b="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609630" rtl="0" eaLnBrk="1" fontAlgn="auto" latinLnBrk="0" hangingPunct="1">
              <a:lnSpc>
                <a:spcPct val="90000"/>
              </a:lnSpc>
              <a:spcBef>
                <a:spcPts val="667"/>
              </a:spcBef>
              <a:spcAft>
                <a:spcPts val="0"/>
              </a:spcAft>
              <a:buClrTx/>
              <a:buSzTx/>
              <a:buFont typeface="Arial" panose="020B0604020202020204" pitchFamily="34" charset="0"/>
              <a:buNone/>
              <a:tabLst/>
              <a:defRPr/>
            </a:pPr>
            <a:r>
              <a:rPr kumimoji="0" lang="ru-RU"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Копирайт</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a:t>
            </a:r>
            <a:r>
              <a:rPr kumimoji="0" lang="ru-RU"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1998–</a:t>
            </a:r>
            <a:fld id="{7D68D2B7-B0E4-4449-8970-215D8528FEBC}" type="datetimeyyyy">
              <a:rPr kumimoji="0" lang="ru-RU" altLang="en-US" sz="533" b="0" i="0" u="none" strike="noStrike" kern="1200" cap="none" spc="0" normalizeH="0" baseline="0" noProof="0" smtClean="0">
                <a:ln>
                  <a:noFill/>
                </a:ln>
                <a:solidFill>
                  <a:srgbClr val="1E1F1F"/>
                </a:solidFill>
                <a:effectLst/>
                <a:uLnTx/>
                <a:uFillTx/>
                <a:latin typeface="Arial" panose="020B0604020202020204" pitchFamily="34" charset="0"/>
                <a:ea typeface="+mn-ea"/>
                <a:cs typeface="Arial" panose="020B0604020202020204" pitchFamily="34" charset="0"/>
              </a:rPr>
              <a:pPr marL="0" marR="0" lvl="0" indent="0" algn="l" defTabSz="609630" rtl="0" eaLnBrk="1" fontAlgn="auto" latinLnBrk="0" hangingPunct="1">
                <a:lnSpc>
                  <a:spcPct val="90000"/>
                </a:lnSpc>
                <a:spcBef>
                  <a:spcPts val="667"/>
                </a:spcBef>
                <a:spcAft>
                  <a:spcPts val="0"/>
                </a:spcAft>
                <a:buClrTx/>
                <a:buSzTx/>
                <a:buFont typeface="Arial" panose="020B0604020202020204" pitchFamily="34" charset="0"/>
                <a:buNone/>
                <a:tabLst/>
                <a:defRPr/>
              </a:pPr>
              <a:t>2026</a:t>
            </a:fld>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a:t>
            </a:r>
            <a:r>
              <a:rPr kumimoji="0" lang="ru-RU"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ООО «Компас Плюс»</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a:t>
            </a:r>
            <a:r>
              <a:rPr kumimoji="0" lang="ru-RU"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a:t>
            </a:r>
            <a:r>
              <a:rPr kumimoji="0" lang="ru-RU"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Публичная</a:t>
            </a:r>
            <a:r>
              <a:rPr kumimoji="0" lang="en-US"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 | </a:t>
            </a:r>
            <a:r>
              <a:rPr kumimoji="0" lang="ru-RU"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Конфиденциальная</a:t>
            </a:r>
            <a:r>
              <a:rPr kumimoji="0" lang="en-US"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 | </a:t>
            </a:r>
            <a:r>
              <a:rPr kumimoji="0" lang="ru-RU"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Есть ограничения</a:t>
            </a:r>
            <a:r>
              <a:rPr kumimoji="0" lang="en-US"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 | </a:t>
            </a:r>
            <a:r>
              <a:rPr kumimoji="0" lang="ru-RU"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Секретная</a:t>
            </a:r>
            <a:r>
              <a:rPr kumimoji="0" lang="en-US"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 | </a:t>
            </a:r>
            <a:r>
              <a:rPr kumimoji="0" lang="ru-RU"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Индивидуальная</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v[</a:t>
            </a:r>
            <a:r>
              <a:rPr kumimoji="0" lang="en-US"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1.00</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a:t>
            </a:r>
            <a:r>
              <a:rPr kumimoji="0" lang="en-US"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L</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a:t>
            </a:r>
            <a:fld id="{0214A610-DF18-4A0A-9E09-97D266A46DBD}" type="datetime4">
              <a:rPr kumimoji="0" lang="ru-RU" altLang="en-US" sz="533" b="0" i="0" u="none" strike="noStrike" kern="1200" cap="none" spc="0" normalizeH="0" baseline="0" noProof="0" smtClean="0">
                <a:ln>
                  <a:noFill/>
                </a:ln>
                <a:solidFill>
                  <a:srgbClr val="1E1F1F"/>
                </a:solidFill>
                <a:effectLst/>
                <a:uLnTx/>
                <a:uFillTx/>
                <a:latin typeface="Arial" panose="020B0604020202020204" pitchFamily="34" charset="0"/>
                <a:ea typeface="+mn-ea"/>
                <a:cs typeface="Arial" panose="020B0604020202020204" pitchFamily="34" charset="0"/>
              </a:rPr>
              <a:pPr marL="0" marR="0" lvl="0" indent="0" algn="l" defTabSz="609630" rtl="0" eaLnBrk="1" fontAlgn="auto" latinLnBrk="0" hangingPunct="1">
                <a:lnSpc>
                  <a:spcPct val="90000"/>
                </a:lnSpc>
                <a:spcBef>
                  <a:spcPts val="667"/>
                </a:spcBef>
                <a:spcAft>
                  <a:spcPts val="0"/>
                </a:spcAft>
                <a:buClrTx/>
                <a:buSzTx/>
                <a:buFont typeface="Arial" panose="020B0604020202020204" pitchFamily="34" charset="0"/>
                <a:buNone/>
                <a:tabLst/>
                <a:defRPr/>
              </a:pPr>
              <a:t>21 сентября 2026 г.</a:t>
            </a:fld>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a:t>
            </a:r>
            <a:r>
              <a:rPr kumimoji="0" lang="ru-RU"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Разработана</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 [</a:t>
            </a:r>
            <a:r>
              <a:rPr kumimoji="0" lang="ru-RU"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Имя</a:t>
            </a:r>
            <a:r>
              <a:rPr kumimoji="0" lang="en-US"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 </a:t>
            </a:r>
            <a:r>
              <a:rPr kumimoji="0" lang="ru-RU" altLang="en-US" sz="533" b="0" i="0" u="none" strike="noStrike" kern="1200" cap="none" spc="0" normalizeH="0" baseline="0" noProof="0" dirty="0">
                <a:ln>
                  <a:noFill/>
                </a:ln>
                <a:solidFill>
                  <a:srgbClr val="DA1631"/>
                </a:solidFill>
                <a:effectLst/>
                <a:uLnTx/>
                <a:uFillTx/>
                <a:latin typeface="Arial" panose="020B0604020202020204" pitchFamily="34" charset="0"/>
                <a:ea typeface="+mn-ea"/>
                <a:cs typeface="Arial" panose="020B0604020202020204" pitchFamily="34" charset="0"/>
              </a:rPr>
              <a:t>Фамилия</a:t>
            </a:r>
            <a:r>
              <a:rPr kumimoji="0" lang="en-US" altLang="en-US" sz="533" b="0" i="0" u="none" strike="noStrike" kern="1200" cap="none" spc="0" normalizeH="0" baseline="0" noProof="0" dirty="0">
                <a:ln>
                  <a:noFill/>
                </a:ln>
                <a:solidFill>
                  <a:srgbClr val="1E1F1F"/>
                </a:solidFill>
                <a:effectLst/>
                <a:uLnTx/>
                <a:uFillTx/>
                <a:latin typeface="Arial" panose="020B0604020202020204" pitchFamily="34" charset="0"/>
                <a:ea typeface="+mn-ea"/>
                <a:cs typeface="Arial" panose="020B0604020202020204" pitchFamily="34" charset="0"/>
              </a:rPr>
              <a:t>].</a:t>
            </a:r>
            <a:endParaRPr kumimoji="0" lang="en-GB" sz="533"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09630" rtl="0" eaLnBrk="1" fontAlgn="auto" latinLnBrk="0" hangingPunct="1">
              <a:lnSpc>
                <a:spcPct val="90000"/>
              </a:lnSpc>
              <a:spcBef>
                <a:spcPts val="667"/>
              </a:spcBef>
              <a:spcAft>
                <a:spcPts val="0"/>
              </a:spcAft>
              <a:buClrTx/>
              <a:buSzTx/>
              <a:buFont typeface="Arial" panose="020B0604020202020204" pitchFamily="34" charset="0"/>
              <a:buNone/>
              <a:tabLst/>
              <a:defRPr/>
            </a:pPr>
            <a:endParaRPr kumimoji="0" lang="en-GB" sz="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98123416"/>
      </p:ext>
    </p:extLst>
  </p:cSld>
  <p:clrMapOvr>
    <a:masterClrMapping/>
  </p:clrMapOvr>
  <p:hf hdr="0" ftr="0" dt="0"/>
  <p:extLst>
    <p:ext uri="{DCECCB84-F9BA-43D5-87BE-67443E8EF086}">
      <p15:sldGuideLst xmlns:p15="http://schemas.microsoft.com/office/powerpoint/2012/main">
        <p15:guide id="1" pos="861">
          <p15:clr>
            <a:srgbClr val="FBAE40"/>
          </p15:clr>
        </p15:guide>
        <p15:guide id="2" pos="96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2706615-2FCA-4E8D-9622-A5777E8564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531418" y="239466"/>
            <a:ext cx="408785" cy="245565"/>
          </a:xfrm>
          <a:prstGeom prst="rect">
            <a:avLst/>
          </a:prstGeom>
        </p:spPr>
      </p:pic>
      <p:sp>
        <p:nvSpPr>
          <p:cNvPr id="10" name="Text Placeholder 11">
            <a:extLst>
              <a:ext uri="{FF2B5EF4-FFF2-40B4-BE49-F238E27FC236}">
                <a16:creationId xmlns:a16="http://schemas.microsoft.com/office/drawing/2014/main" id="{A173F6BD-741B-4084-87D5-626EE013719A}"/>
              </a:ext>
            </a:extLst>
          </p:cNvPr>
          <p:cNvSpPr>
            <a:spLocks noGrp="1"/>
          </p:cNvSpPr>
          <p:nvPr>
            <p:ph type="body" sz="quarter" idx="15" hasCustomPrompt="1"/>
          </p:nvPr>
        </p:nvSpPr>
        <p:spPr>
          <a:xfrm>
            <a:off x="226484" y="1268942"/>
            <a:ext cx="11738502" cy="359833"/>
          </a:xfrm>
        </p:spPr>
        <p:txBody>
          <a:bodyPr>
            <a:normAutofit/>
          </a:bodyPr>
          <a:lstStyle>
            <a:lvl1pPr marL="0" indent="0">
              <a:buNone/>
              <a:defRPr sz="2133" b="1" u="sng" baseline="0">
                <a:solidFill>
                  <a:srgbClr val="1E1F1F"/>
                </a:solidFill>
                <a:uFill>
                  <a:solidFill>
                    <a:srgbClr val="DA1631"/>
                  </a:solidFill>
                </a:uFill>
                <a:latin typeface="Arial" panose="020B0604020202020204" pitchFamily="34" charset="0"/>
                <a:cs typeface="Arial" panose="020B0604020202020204" pitchFamily="34" charset="0"/>
              </a:defRPr>
            </a:lvl1pPr>
          </a:lstStyle>
          <a:p>
            <a:pPr lvl="0"/>
            <a:r>
              <a:rPr lang="ru-RU" dirty="0"/>
              <a:t>Нажмите, чтобы вставить подзаголовок</a:t>
            </a:r>
            <a:endParaRPr lang="en-GB" dirty="0"/>
          </a:p>
        </p:txBody>
      </p:sp>
      <p:sp>
        <p:nvSpPr>
          <p:cNvPr id="14" name="Slide Number Placeholder 1">
            <a:extLst>
              <a:ext uri="{FF2B5EF4-FFF2-40B4-BE49-F238E27FC236}">
                <a16:creationId xmlns:a16="http://schemas.microsoft.com/office/drawing/2014/main" id="{16E91F44-9534-445F-971F-0EA0E4B60E64}"/>
              </a:ext>
            </a:extLst>
          </p:cNvPr>
          <p:cNvSpPr>
            <a:spLocks noGrp="1"/>
          </p:cNvSpPr>
          <p:nvPr>
            <p:ph type="sldNum" sz="quarter" idx="16"/>
          </p:nvPr>
        </p:nvSpPr>
        <p:spPr>
          <a:xfrm>
            <a:off x="9186912" y="6554872"/>
            <a:ext cx="2743200" cy="365125"/>
          </a:xfrm>
        </p:spPr>
        <p:txBody>
          <a:bodyPr/>
          <a:lstStyle>
            <a:lvl1pPr>
              <a:defRPr sz="667">
                <a:solidFill>
                  <a:srgbClr val="1E1F1F"/>
                </a:solidFill>
                <a:latin typeface="Arial" panose="020B0604020202020204" pitchFamily="34" charset="0"/>
                <a:cs typeface="Arial" panose="020B0604020202020204" pitchFamily="34" charset="0"/>
              </a:defRPr>
            </a:lvl1pPr>
          </a:lstStyle>
          <a:p>
            <a:fld id="{161A77F0-8116-4C01-8208-2824BACA9CC7}" type="slidenum">
              <a:rPr lang="en-GB" smtClean="0"/>
              <a:pPr/>
              <a:t>‹#›</a:t>
            </a:fld>
            <a:endParaRPr lang="en-GB"/>
          </a:p>
        </p:txBody>
      </p:sp>
      <p:sp>
        <p:nvSpPr>
          <p:cNvPr id="11" name="Text Placeholder 9">
            <a:extLst>
              <a:ext uri="{FF2B5EF4-FFF2-40B4-BE49-F238E27FC236}">
                <a16:creationId xmlns:a16="http://schemas.microsoft.com/office/drawing/2014/main" id="{BBE311EB-2501-4297-B5D4-FF72654D0185}"/>
              </a:ext>
            </a:extLst>
          </p:cNvPr>
          <p:cNvSpPr>
            <a:spLocks noGrp="1"/>
          </p:cNvSpPr>
          <p:nvPr>
            <p:ph type="body" sz="quarter" idx="12" hasCustomPrompt="1"/>
          </p:nvPr>
        </p:nvSpPr>
        <p:spPr>
          <a:xfrm>
            <a:off x="226484" y="303388"/>
            <a:ext cx="11090805" cy="402336"/>
          </a:xfrm>
        </p:spPr>
        <p:txBody>
          <a:bodyPr anchor="t">
            <a:normAutofit/>
          </a:bodyPr>
          <a:lstStyle>
            <a:lvl1pPr marL="0" indent="0">
              <a:lnSpc>
                <a:spcPct val="80000"/>
              </a:lnSpc>
              <a:buNone/>
              <a:defRPr sz="2667" b="1" cap="all" baseline="0">
                <a:solidFill>
                  <a:srgbClr val="DB1430"/>
                </a:solidFill>
                <a:latin typeface="Arial" panose="020B0604020202020204" pitchFamily="34" charset="0"/>
                <a:cs typeface="Arial" panose="020B0604020202020204" pitchFamily="34" charset="0"/>
              </a:defRPr>
            </a:lvl1pPr>
          </a:lstStyle>
          <a:p>
            <a:pPr lvl="0"/>
            <a:r>
              <a:rPr lang="ru-RU" dirty="0"/>
              <a:t>ЗАГОЛОВОК СТРАНИЦЫ</a:t>
            </a:r>
            <a:endParaRPr lang="en-GB" dirty="0"/>
          </a:p>
        </p:txBody>
      </p:sp>
      <p:sp>
        <p:nvSpPr>
          <p:cNvPr id="16" name="Text Placeholder 11">
            <a:extLst>
              <a:ext uri="{FF2B5EF4-FFF2-40B4-BE49-F238E27FC236}">
                <a16:creationId xmlns:a16="http://schemas.microsoft.com/office/drawing/2014/main" id="{191C88BC-8FC7-4651-8B36-17EDCCF6FB95}"/>
              </a:ext>
            </a:extLst>
          </p:cNvPr>
          <p:cNvSpPr>
            <a:spLocks noGrp="1"/>
          </p:cNvSpPr>
          <p:nvPr>
            <p:ph type="body" sz="quarter" idx="13" hasCustomPrompt="1"/>
          </p:nvPr>
        </p:nvSpPr>
        <p:spPr>
          <a:xfrm>
            <a:off x="226484" y="796787"/>
            <a:ext cx="11090805" cy="334183"/>
          </a:xfrm>
        </p:spPr>
        <p:txBody>
          <a:bodyPr>
            <a:normAutofit/>
          </a:bodyPr>
          <a:lstStyle>
            <a:lvl1pPr marL="0" indent="0">
              <a:buNone/>
              <a:defRPr sz="1867" b="1">
                <a:solidFill>
                  <a:srgbClr val="1E1F1F"/>
                </a:solidFill>
                <a:latin typeface="Arial" panose="020B0604020202020204" pitchFamily="34" charset="0"/>
                <a:cs typeface="Arial" panose="020B0604020202020204" pitchFamily="34" charset="0"/>
              </a:defRPr>
            </a:lvl1pPr>
          </a:lstStyle>
          <a:p>
            <a:pPr lvl="0"/>
            <a:r>
              <a:rPr lang="ru-RU" dirty="0"/>
              <a:t>Заголовок раздела</a:t>
            </a:r>
            <a:r>
              <a:rPr lang="en-US" dirty="0"/>
              <a:t>;</a:t>
            </a:r>
            <a:r>
              <a:rPr lang="ru-RU" dirty="0"/>
              <a:t> если разделов нет, используйте заголовок презентации</a:t>
            </a:r>
          </a:p>
        </p:txBody>
      </p:sp>
      <p:sp>
        <p:nvSpPr>
          <p:cNvPr id="9" name="Content Placeholder 5">
            <a:extLst>
              <a:ext uri="{FF2B5EF4-FFF2-40B4-BE49-F238E27FC236}">
                <a16:creationId xmlns:a16="http://schemas.microsoft.com/office/drawing/2014/main" id="{FB2EE47D-EB2F-454E-AD8C-7B70D62EC531}"/>
              </a:ext>
            </a:extLst>
          </p:cNvPr>
          <p:cNvSpPr>
            <a:spLocks noGrp="1"/>
          </p:cNvSpPr>
          <p:nvPr>
            <p:ph sz="quarter" idx="18" hasCustomPrompt="1"/>
          </p:nvPr>
        </p:nvSpPr>
        <p:spPr>
          <a:xfrm>
            <a:off x="226484" y="1743900"/>
            <a:ext cx="11738505" cy="4853750"/>
          </a:xfrm>
        </p:spPr>
        <p:txBody>
          <a:bodyPr/>
          <a:lstStyle>
            <a:lvl1pPr>
              <a:buFont typeface="Arial" panose="020B0604020202020204" pitchFamily="34" charset="0"/>
              <a:buChar char="‒"/>
              <a:defRPr sz="1600" b="1">
                <a:solidFill>
                  <a:srgbClr val="1E1F1F"/>
                </a:solidFill>
                <a:latin typeface="Arial" panose="020B0604020202020204" pitchFamily="34" charset="0"/>
                <a:cs typeface="Arial" panose="020B0604020202020204" pitchFamily="34" charset="0"/>
              </a:defRPr>
            </a:lvl1pPr>
            <a:lvl2pPr>
              <a:buFont typeface="Arial" panose="020B0604020202020204" pitchFamily="34" charset="0"/>
              <a:buChar char="‒"/>
              <a:defRPr sz="1600" b="1">
                <a:solidFill>
                  <a:srgbClr val="1E1F1F"/>
                </a:solidFill>
                <a:latin typeface="Arial" panose="020B0604020202020204" pitchFamily="34" charset="0"/>
                <a:cs typeface="Arial" panose="020B0604020202020204" pitchFamily="34" charset="0"/>
              </a:defRPr>
            </a:lvl2pPr>
            <a:lvl3pPr>
              <a:buFont typeface="Arial" panose="020B0604020202020204" pitchFamily="34" charset="0"/>
              <a:buChar char="‒"/>
              <a:defRPr sz="1600" b="1">
                <a:solidFill>
                  <a:srgbClr val="1E1F1F"/>
                </a:solidFill>
                <a:latin typeface="Arial" panose="020B0604020202020204" pitchFamily="34" charset="0"/>
                <a:cs typeface="Arial" panose="020B0604020202020204" pitchFamily="34" charset="0"/>
              </a:defRPr>
            </a:lvl3pPr>
            <a:lvl4pPr>
              <a:buFont typeface="Arial" panose="020B0604020202020204" pitchFamily="34" charset="0"/>
              <a:buChar char="‒"/>
              <a:defRPr sz="1600" b="1">
                <a:solidFill>
                  <a:srgbClr val="1E1F1F"/>
                </a:solidFill>
                <a:latin typeface="Arial" panose="020B0604020202020204" pitchFamily="34" charset="0"/>
                <a:cs typeface="Arial" panose="020B0604020202020204" pitchFamily="34" charset="0"/>
              </a:defRPr>
            </a:lvl4pPr>
            <a:lvl5pPr>
              <a:buFont typeface="Arial" panose="020B0604020202020204" pitchFamily="34" charset="0"/>
              <a:buChar char="‒"/>
              <a:defRPr sz="1600" b="1">
                <a:solidFill>
                  <a:srgbClr val="1E1F1F"/>
                </a:solidFill>
                <a:latin typeface="Arial" panose="020B0604020202020204" pitchFamily="34" charset="0"/>
                <a:cs typeface="Arial" panose="020B0604020202020204" pitchFamily="34" charset="0"/>
              </a:defRPr>
            </a:lvl5pPr>
          </a:lstStyle>
          <a:p>
            <a:pPr lvl="0"/>
            <a:r>
              <a:rPr lang="ru-RU" dirty="0"/>
              <a:t>Нажмите, чтобы добавить текст</a:t>
            </a:r>
            <a:endParaRPr lang="en-US" dirty="0"/>
          </a:p>
          <a:p>
            <a:pPr lvl="1"/>
            <a:r>
              <a:rPr lang="ru-RU" dirty="0"/>
              <a:t>Второй уровень</a:t>
            </a:r>
            <a:endParaRPr lang="en-US" dirty="0"/>
          </a:p>
          <a:p>
            <a:pPr lvl="2"/>
            <a:r>
              <a:rPr lang="ru-RU" dirty="0"/>
              <a:t>Третий уровень</a:t>
            </a:r>
            <a:endParaRPr lang="en-US" dirty="0"/>
          </a:p>
          <a:p>
            <a:pPr lvl="3"/>
            <a:r>
              <a:rPr lang="ru-RU" dirty="0"/>
              <a:t>Четвертый уровень</a:t>
            </a:r>
            <a:endParaRPr lang="en-US" dirty="0"/>
          </a:p>
          <a:p>
            <a:pPr lvl="4"/>
            <a:r>
              <a:rPr lang="ru-RU" dirty="0"/>
              <a:t>Пятый уровень</a:t>
            </a:r>
            <a:endParaRPr lang="en-GB" dirty="0"/>
          </a:p>
        </p:txBody>
      </p:sp>
      <p:cxnSp>
        <p:nvCxnSpPr>
          <p:cNvPr id="12" name="Straight Connector 11">
            <a:extLst>
              <a:ext uri="{FF2B5EF4-FFF2-40B4-BE49-F238E27FC236}">
                <a16:creationId xmlns:a16="http://schemas.microsoft.com/office/drawing/2014/main" id="{A0C61768-EF77-4CC4-B74A-73BEED053585}"/>
              </a:ext>
            </a:extLst>
          </p:cNvPr>
          <p:cNvCxnSpPr>
            <a:cxnSpLocks/>
          </p:cNvCxnSpPr>
          <p:nvPr/>
        </p:nvCxnSpPr>
        <p:spPr>
          <a:xfrm>
            <a:off x="319890" y="751254"/>
            <a:ext cx="1666451" cy="0"/>
          </a:xfrm>
          <a:prstGeom prst="line">
            <a:avLst/>
          </a:prstGeom>
          <a:ln w="19050">
            <a:solidFill>
              <a:srgbClr val="1E1F1F"/>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A88D406-41B6-43FE-A825-1032407F16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531418" y="239466"/>
            <a:ext cx="408785" cy="245565"/>
          </a:xfrm>
          <a:prstGeom prst="rect">
            <a:avLst/>
          </a:prstGeom>
        </p:spPr>
      </p:pic>
      <p:cxnSp>
        <p:nvCxnSpPr>
          <p:cNvPr id="15" name="Straight Connector 14">
            <a:extLst>
              <a:ext uri="{FF2B5EF4-FFF2-40B4-BE49-F238E27FC236}">
                <a16:creationId xmlns:a16="http://schemas.microsoft.com/office/drawing/2014/main" id="{B8DDF315-86E1-414E-BA6F-1D35461FFA05}"/>
              </a:ext>
            </a:extLst>
          </p:cNvPr>
          <p:cNvCxnSpPr>
            <a:cxnSpLocks/>
          </p:cNvCxnSpPr>
          <p:nvPr/>
        </p:nvCxnSpPr>
        <p:spPr>
          <a:xfrm>
            <a:off x="319890" y="751254"/>
            <a:ext cx="1666451" cy="0"/>
          </a:xfrm>
          <a:prstGeom prst="line">
            <a:avLst/>
          </a:prstGeom>
          <a:ln w="19050">
            <a:solidFill>
              <a:srgbClr val="1E1F1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8088910"/>
      </p:ext>
    </p:extLst>
  </p:cSld>
  <p:clrMapOvr>
    <a:masterClrMapping/>
  </p:clrMapOvr>
  <p:hf hdr="0" ftr="0" dt="0"/>
  <p:extLst>
    <p:ext uri="{DCECCB84-F9BA-43D5-87BE-67443E8EF086}">
      <p15:sldGuideLst xmlns:p15="http://schemas.microsoft.com/office/powerpoint/2012/main">
        <p15:guide id="1" pos="45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07D7C9-D8B8-1247-B02C-7E99EB4F97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4AC3080A-421E-A149-9AE0-C928D17558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11D89F5E-0D91-0B42-8A60-F77C03F49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BD93D7-266E-934A-B33D-A2BFF683406D}" type="datetimeFigureOut">
              <a:rPr lang="en-RU" smtClean="0"/>
              <a:t>9/21/26</a:t>
            </a:fld>
            <a:endParaRPr lang="en-RU"/>
          </a:p>
        </p:txBody>
      </p:sp>
      <p:sp>
        <p:nvSpPr>
          <p:cNvPr id="5" name="Footer Placeholder 4">
            <a:extLst>
              <a:ext uri="{FF2B5EF4-FFF2-40B4-BE49-F238E27FC236}">
                <a16:creationId xmlns:a16="http://schemas.microsoft.com/office/drawing/2014/main" id="{4FF8F385-A0F9-964C-89B6-304D47725B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FE1C4604-C216-0641-B870-FBB7524C45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CE814C-99E5-1A44-BA9F-1896B18423BE}" type="slidenum">
              <a:rPr lang="en-RU" smtClean="0"/>
              <a:t>‹#›</a:t>
            </a:fld>
            <a:endParaRPr lang="en-RU"/>
          </a:p>
        </p:txBody>
      </p:sp>
    </p:spTree>
    <p:extLst>
      <p:ext uri="{BB962C8B-B14F-4D97-AF65-F5344CB8AC3E}">
        <p14:creationId xmlns:p14="http://schemas.microsoft.com/office/powerpoint/2010/main" val="4285872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67.png"/></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69.png"/></Relationships>
</file>

<file path=ppt/slides/_rels/slide4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73.png"/></Relationships>
</file>

<file path=ppt/slides/_rels/slide45.xml.rels><?xml version="1.0" encoding="UTF-8" standalone="yes"?>
<Relationships xmlns="http://schemas.openxmlformats.org/package/2006/relationships"><Relationship Id="rId3" Type="http://schemas.openxmlformats.org/officeDocument/2006/relationships/hyperlink" Target="https://developer.mozilla.org/ru/docs/Web/JavaScript/Guide/Regular_expressions" TargetMode="External"/><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5.xml"/><Relationship Id="rId1" Type="http://schemas.openxmlformats.org/officeDocument/2006/relationships/slideLayout" Target="../slideLayouts/slideLayout13.xml"/><Relationship Id="rId5" Type="http://schemas.openxmlformats.org/officeDocument/2006/relationships/image" Target="../media/image76.png"/><Relationship Id="rId4" Type="http://schemas.openxmlformats.org/officeDocument/2006/relationships/image" Target="../media/image7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3FED63-E461-4C74-93F3-CE41CA81BBB7}"/>
              </a:ext>
            </a:extLst>
          </p:cNvPr>
          <p:cNvSpPr>
            <a:spLocks noGrp="1"/>
          </p:cNvSpPr>
          <p:nvPr>
            <p:ph type="body" sz="quarter" idx="10"/>
          </p:nvPr>
        </p:nvSpPr>
        <p:spPr/>
        <p:txBody>
          <a:bodyPr>
            <a:noAutofit/>
          </a:bodyPr>
          <a:lstStyle/>
          <a:p>
            <a:pPr>
              <a:lnSpc>
                <a:spcPct val="100000"/>
              </a:lnSpc>
            </a:pPr>
            <a:r>
              <a:rPr lang="ru-RU" sz="4400" dirty="0"/>
              <a:t>Основы </a:t>
            </a:r>
            <a:r>
              <a:rPr lang="en-US" sz="4400" dirty="0"/>
              <a:t>HTML</a:t>
            </a:r>
            <a:endParaRPr lang="en-GB" sz="4400" dirty="0"/>
          </a:p>
        </p:txBody>
      </p:sp>
      <p:sp>
        <p:nvSpPr>
          <p:cNvPr id="3" name="Text Placeholder 2">
            <a:extLst>
              <a:ext uri="{FF2B5EF4-FFF2-40B4-BE49-F238E27FC236}">
                <a16:creationId xmlns:a16="http://schemas.microsoft.com/office/drawing/2014/main" id="{7AA8D6CD-E715-4A4A-BD34-179AA46BA875}"/>
              </a:ext>
            </a:extLst>
          </p:cNvPr>
          <p:cNvSpPr>
            <a:spLocks noGrp="1"/>
          </p:cNvSpPr>
          <p:nvPr>
            <p:ph type="body" sz="quarter" idx="11"/>
          </p:nvPr>
        </p:nvSpPr>
        <p:spPr/>
        <p:txBody>
          <a:bodyPr>
            <a:noAutofit/>
          </a:bodyPr>
          <a:lstStyle/>
          <a:p>
            <a:r>
              <a:rPr lang="ru-RU" dirty="0"/>
              <a:t>Александр Волков</a:t>
            </a:r>
            <a:endParaRPr lang="en-GB"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12E80E1-6C5A-4FE0-9F87-CE6CC6B2D7DC}"/>
              </a:ext>
            </a:extLst>
          </p:cNvPr>
          <p:cNvSpPr>
            <a:spLocks noGrp="1"/>
          </p:cNvSpPr>
          <p:nvPr>
            <p:ph type="body" sz="quarter" idx="12"/>
          </p:nvPr>
        </p:nvSpPr>
        <p:spPr>
          <a:xfrm>
            <a:off x="914185" y="4299712"/>
            <a:ext cx="8182923" cy="402336"/>
          </a:xfrm>
        </p:spPr>
        <p:txBody>
          <a:bodyPr>
            <a:normAutofit lnSpcReduction="10000"/>
          </a:bodyPr>
          <a:lstStyle/>
          <a:p>
            <a:r>
              <a:rPr lang="ru-RU" dirty="0">
                <a:latin typeface="Arial" panose="020B0604020202020204" pitchFamily="34" charset="0"/>
                <a:cs typeface="Arial" panose="020B0604020202020204" pitchFamily="34" charset="0"/>
              </a:rPr>
              <a:t>Инженер-программист отдела интернет приложений</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690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en-GB" dirty="0"/>
              <a:t>HTML</a:t>
            </a:r>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HTML (Hypertext Markup Language) - </a:t>
            </a:r>
            <a:r>
              <a:rPr lang="ru-RU" sz="1600" dirty="0">
                <a:latin typeface="Arial" panose="020B0604020202020204" pitchFamily="34" charset="0"/>
                <a:cs typeface="Arial" panose="020B0604020202020204" pitchFamily="34" charset="0"/>
              </a:rPr>
              <a:t>это код, который используется для структурирования и отображения веб-страницы и её контента. Например, контент может быть структурирован внутри множества параграфов, маркированных списков или с использованием изображений и таблиц данных.	</a:t>
            </a:r>
          </a:p>
          <a:p>
            <a:pPr algn="just">
              <a:lnSpc>
                <a:spcPct val="150000"/>
              </a:lnSpc>
            </a:pP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HTML </a:t>
            </a:r>
            <a:r>
              <a:rPr lang="ru-RU" sz="1600" dirty="0">
                <a:latin typeface="Arial" panose="020B0604020202020204" pitchFamily="34" charset="0"/>
                <a:cs typeface="Arial" panose="020B0604020202020204" pitchFamily="34" charset="0"/>
              </a:rPr>
              <a:t>не является языком программирования, это язык разметки, и используется, чтобы сообщать вашему браузеру, как отображать веб-страницы. </a:t>
            </a:r>
            <a:r>
              <a:rPr lang="en-GB" sz="1600" dirty="0">
                <a:latin typeface="Arial" panose="020B0604020202020204" pitchFamily="34" charset="0"/>
                <a:cs typeface="Arial" panose="020B0604020202020204" pitchFamily="34" charset="0"/>
              </a:rPr>
              <a:t>HTML </a:t>
            </a:r>
            <a:r>
              <a:rPr lang="ru-RU" sz="1600" dirty="0">
                <a:latin typeface="Arial" panose="020B0604020202020204" pitchFamily="34" charset="0"/>
                <a:cs typeface="Arial" panose="020B0604020202020204" pitchFamily="34" charset="0"/>
              </a:rPr>
              <a:t>состоит из ряда элементов, которые вы используете, чтобы вкладывать или оборачивать различные части контента, чтобы заставить контент отображаться или действовать определённым образом. Элементы содержат тэги могут сделать слово или изображение ссылкой на что-то ещё, могут сделать слова курсивом, сделать шрифт больше или меньше и так далее.</a:t>
            </a:r>
          </a:p>
          <a:p>
            <a:pPr marL="342900" indent="-342900">
              <a:buAutoNum type="arabicParenR"/>
            </a:pPr>
            <a:endParaRPr lang="ru-RU" dirty="0">
              <a:solidFill>
                <a:schemeClr val="tx1"/>
              </a:solidFill>
            </a:endParaRPr>
          </a:p>
        </p:txBody>
      </p:sp>
    </p:spTree>
    <p:extLst>
      <p:ext uri="{BB962C8B-B14F-4D97-AF65-F5344CB8AC3E}">
        <p14:creationId xmlns:p14="http://schemas.microsoft.com/office/powerpoint/2010/main" val="934005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en-US" dirty="0"/>
              <a:t>HTML </a:t>
            </a:r>
            <a:r>
              <a:rPr lang="ru-RU" dirty="0"/>
              <a:t>Элемент</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Элемент – основная единица документа. Главными частями элемента являются:</a:t>
            </a:r>
          </a:p>
          <a:p>
            <a:pPr marL="342900" indent="-342900" algn="just">
              <a:lnSpc>
                <a:spcPct val="150000"/>
              </a:lnSpc>
              <a:buFont typeface="+mj-lt"/>
              <a:buAutoNum type="arabicPeriod"/>
            </a:pPr>
            <a:r>
              <a:rPr lang="ru-RU" sz="1600" dirty="0">
                <a:latin typeface="Arial" panose="020B0604020202020204" pitchFamily="34" charset="0"/>
                <a:cs typeface="Arial" panose="020B0604020202020204" pitchFamily="34" charset="0"/>
              </a:rPr>
              <a:t>Открывающий тег (</a:t>
            </a:r>
            <a:r>
              <a:rPr lang="en-GB" sz="1600" dirty="0">
                <a:latin typeface="Arial" panose="020B0604020202020204" pitchFamily="34" charset="0"/>
                <a:cs typeface="Arial" panose="020B0604020202020204" pitchFamily="34" charset="0"/>
              </a:rPr>
              <a:t>Opening tag)</a:t>
            </a:r>
            <a:endParaRPr lang="ru-RU"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ru-RU" sz="1600" dirty="0">
                <a:latin typeface="Arial" panose="020B0604020202020204" pitchFamily="34" charset="0"/>
                <a:cs typeface="Arial" panose="020B0604020202020204" pitchFamily="34" charset="0"/>
              </a:rPr>
              <a:t>Закрывающий тег (</a:t>
            </a:r>
            <a:r>
              <a:rPr lang="en-GB" sz="1600" dirty="0">
                <a:latin typeface="Arial" panose="020B0604020202020204" pitchFamily="34" charset="0"/>
                <a:cs typeface="Arial" panose="020B0604020202020204" pitchFamily="34" charset="0"/>
              </a:rPr>
              <a:t>Closing tag</a:t>
            </a:r>
            <a:r>
              <a:rPr lang="ru-RU" sz="1600" dirty="0">
                <a:latin typeface="Arial" panose="020B0604020202020204" pitchFamily="34" charset="0"/>
                <a:cs typeface="Arial" panose="020B0604020202020204" pitchFamily="34" charset="0"/>
              </a:rPr>
              <a:t>)</a:t>
            </a:r>
          </a:p>
          <a:p>
            <a:pPr marL="342900" indent="-342900" algn="just">
              <a:lnSpc>
                <a:spcPct val="150000"/>
              </a:lnSpc>
              <a:buFont typeface="+mj-lt"/>
              <a:buAutoNum type="arabicPeriod"/>
            </a:pPr>
            <a:r>
              <a:rPr lang="ru-RU" sz="1600" dirty="0">
                <a:latin typeface="Arial" panose="020B0604020202020204" pitchFamily="34" charset="0"/>
                <a:cs typeface="Arial" panose="020B0604020202020204" pitchFamily="34" charset="0"/>
              </a:rPr>
              <a:t>Контент (</a:t>
            </a:r>
            <a:r>
              <a:rPr lang="en-GB" sz="1600" dirty="0">
                <a:latin typeface="Arial" panose="020B0604020202020204" pitchFamily="34" charset="0"/>
                <a:cs typeface="Arial" panose="020B0604020202020204" pitchFamily="34" charset="0"/>
              </a:rPr>
              <a:t>Content)</a:t>
            </a:r>
            <a:endParaRPr lang="ru-RU"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ru-RU" sz="1600" dirty="0">
                <a:latin typeface="Arial" panose="020B0604020202020204" pitchFamily="34" charset="0"/>
                <a:cs typeface="Arial" panose="020B0604020202020204" pitchFamily="34" charset="0"/>
              </a:rPr>
              <a:t>Элемент (</a:t>
            </a:r>
            <a:r>
              <a:rPr lang="en-GB" sz="1600" dirty="0">
                <a:latin typeface="Arial" panose="020B0604020202020204" pitchFamily="34" charset="0"/>
                <a:cs typeface="Arial" panose="020B0604020202020204" pitchFamily="34" charset="0"/>
              </a:rPr>
              <a:t>Element)</a:t>
            </a:r>
            <a:r>
              <a:rPr lang="ru-RU" sz="1600" dirty="0">
                <a:latin typeface="Arial" panose="020B0604020202020204" pitchFamily="34" charset="0"/>
                <a:cs typeface="Arial" panose="020B0604020202020204" pitchFamily="34" charset="0"/>
              </a:rPr>
              <a:t>		</a:t>
            </a:r>
          </a:p>
        </p:txBody>
      </p:sp>
      <p:pic>
        <p:nvPicPr>
          <p:cNvPr id="10" name="Picture 2">
            <a:extLst>
              <a:ext uri="{FF2B5EF4-FFF2-40B4-BE49-F238E27FC236}">
                <a16:creationId xmlns:a16="http://schemas.microsoft.com/office/drawing/2014/main" id="{D943631B-DA8D-0749-8C12-026464C1E3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254" y="4033390"/>
            <a:ext cx="6728963" cy="2089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68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Атрибуты Элемента</a:t>
            </a:r>
            <a:endParaRPr lang="en-GB" dirty="0"/>
          </a:p>
          <a:p>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Атрибуты содержат дополнительную информацию об элементе, которую вы не хотите показывать в фактическом контенте, например настройки его отображения. </a:t>
            </a:r>
          </a:p>
          <a:p>
            <a:pPr algn="just">
              <a:lnSpc>
                <a:spcPct val="150000"/>
              </a:lnSpc>
            </a:pPr>
            <a:r>
              <a:rPr lang="ru-RU" sz="1600" dirty="0">
                <a:latin typeface="Arial" panose="020B0604020202020204" pitchFamily="34" charset="0"/>
                <a:cs typeface="Arial" panose="020B0604020202020204" pitchFamily="34" charset="0"/>
              </a:rPr>
              <a:t>Атрибут всегда должен иметь:</a:t>
            </a:r>
          </a:p>
          <a:p>
            <a:pPr algn="just">
              <a:lnSpc>
                <a:spcPct val="150000"/>
              </a:lnSpc>
              <a:buFont typeface="+mj-lt"/>
              <a:buAutoNum type="arabicPeriod"/>
            </a:pPr>
            <a:r>
              <a:rPr lang="ru-RU" sz="1600" dirty="0">
                <a:latin typeface="Arial" panose="020B0604020202020204" pitchFamily="34" charset="0"/>
                <a:cs typeface="Arial" panose="020B0604020202020204" pitchFamily="34" charset="0"/>
              </a:rPr>
              <a:t>Пробел между ним и именем элемента (или предыдущим атрибутом, если элемент уже имеет один или несколько атрибутов).</a:t>
            </a:r>
          </a:p>
          <a:p>
            <a:pPr algn="just">
              <a:lnSpc>
                <a:spcPct val="150000"/>
              </a:lnSpc>
              <a:buFont typeface="+mj-lt"/>
              <a:buAutoNum type="arabicPeriod"/>
            </a:pPr>
            <a:r>
              <a:rPr lang="ru-RU" sz="1600" dirty="0">
                <a:latin typeface="Arial" panose="020B0604020202020204" pitchFamily="34" charset="0"/>
                <a:cs typeface="Arial" panose="020B0604020202020204" pitchFamily="34" charset="0"/>
              </a:rPr>
              <a:t>Имя атрибута, за которым следует знак равенства.</a:t>
            </a:r>
          </a:p>
          <a:p>
            <a:pPr algn="just">
              <a:lnSpc>
                <a:spcPct val="150000"/>
              </a:lnSpc>
              <a:buFont typeface="+mj-lt"/>
              <a:buAutoNum type="arabicPeriod"/>
            </a:pPr>
            <a:r>
              <a:rPr lang="ru-RU" sz="1600" dirty="0">
                <a:latin typeface="Arial" panose="020B0604020202020204" pitchFamily="34" charset="0"/>
                <a:cs typeface="Arial" panose="020B0604020202020204" pitchFamily="34" charset="0"/>
              </a:rPr>
              <a:t>Значение атрибута, заключённое с двух сторон в кавычки.</a:t>
            </a:r>
          </a:p>
          <a:p>
            <a:pPr>
              <a:buFont typeface="+mj-lt"/>
              <a:buAutoNum type="arabicPeriod"/>
            </a:pPr>
            <a:endParaRPr lang="ru-RU" sz="1600" dirty="0">
              <a:latin typeface="Arial" panose="020B0604020202020204" pitchFamily="34" charset="0"/>
              <a:cs typeface="Arial" panose="020B0604020202020204" pitchFamily="34" charset="0"/>
            </a:endParaRPr>
          </a:p>
          <a:p>
            <a:endParaRPr lang="ru-RU" sz="1600" dirty="0">
              <a:latin typeface="Arial" panose="020B0604020202020204" pitchFamily="34" charset="0"/>
              <a:cs typeface="Arial" panose="020B0604020202020204" pitchFamily="34" charset="0"/>
            </a:endParaRPr>
          </a:p>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4">
            <a:extLst>
              <a:ext uri="{FF2B5EF4-FFF2-40B4-BE49-F238E27FC236}">
                <a16:creationId xmlns:a16="http://schemas.microsoft.com/office/drawing/2014/main" id="{893ADDA6-64E2-A64C-B959-C1FCDDD3C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3859" y="4996339"/>
            <a:ext cx="7183753" cy="870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462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Структура документа</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5</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Элементы документа:</a:t>
            </a: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&lt;!DOCTYPE html&gt;</a:t>
            </a:r>
            <a:endParaRPr lang="ru-RU"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&lt;html&gt;&lt;/html&gt;</a:t>
            </a:r>
            <a:endParaRPr lang="ru-RU"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&lt;head&gt;&lt;/head&gt;</a:t>
            </a:r>
            <a:endParaRPr lang="ru-RU"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&lt;body&gt;&lt;/body&gt;</a:t>
            </a:r>
            <a:endParaRPr lang="ru-RU"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&lt;meta charset="utf-8"&gt;</a:t>
            </a:r>
            <a:endParaRPr lang="ru-RU"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&lt;title&gt;&lt;/title&gt;</a:t>
            </a:r>
            <a:endParaRPr lang="ru-RU" sz="1600" dirty="0">
              <a:latin typeface="Arial" panose="020B0604020202020204" pitchFamily="34" charset="0"/>
              <a:cs typeface="Arial" panose="020B0604020202020204" pitchFamily="34" charset="0"/>
            </a:endParaRPr>
          </a:p>
          <a:p>
            <a:pPr algn="just">
              <a:lnSpc>
                <a:spcPct val="150000"/>
              </a:lnSpc>
            </a:pPr>
            <a:endParaRPr lang="ru-RU" sz="1600" dirty="0">
              <a:latin typeface="Arial" panose="020B0604020202020204" pitchFamily="34" charset="0"/>
              <a:cs typeface="Arial" panose="020B0604020202020204" pitchFamily="34" charset="0"/>
            </a:endParaRPr>
          </a:p>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80D3B807-447A-E741-B052-24AB9F440409}"/>
              </a:ext>
            </a:extLst>
          </p:cNvPr>
          <p:cNvPicPr>
            <a:picLocks noChangeAspect="1"/>
          </p:cNvPicPr>
          <p:nvPr/>
        </p:nvPicPr>
        <p:blipFill>
          <a:blip r:embed="rId3"/>
          <a:stretch>
            <a:fillRect/>
          </a:stretch>
        </p:blipFill>
        <p:spPr>
          <a:xfrm>
            <a:off x="4662662" y="1694880"/>
            <a:ext cx="6654627" cy="3865444"/>
          </a:xfrm>
          <a:prstGeom prst="rect">
            <a:avLst/>
          </a:prstGeom>
        </p:spPr>
      </p:pic>
    </p:spTree>
    <p:extLst>
      <p:ext uri="{BB962C8B-B14F-4D97-AF65-F5344CB8AC3E}">
        <p14:creationId xmlns:p14="http://schemas.microsoft.com/office/powerpoint/2010/main" val="263548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Структура документа</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6</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50FF707-9D5D-C84F-A722-E96A1825655F}"/>
              </a:ext>
            </a:extLst>
          </p:cNvPr>
          <p:cNvPicPr>
            <a:picLocks noChangeAspect="1"/>
          </p:cNvPicPr>
          <p:nvPr/>
        </p:nvPicPr>
        <p:blipFill>
          <a:blip r:embed="rId3"/>
          <a:stretch>
            <a:fillRect/>
          </a:stretch>
        </p:blipFill>
        <p:spPr>
          <a:xfrm>
            <a:off x="1886209" y="4678330"/>
            <a:ext cx="8906303" cy="2062804"/>
          </a:xfrm>
          <a:prstGeom prst="rect">
            <a:avLst/>
          </a:prstGeom>
          <a:ln>
            <a:solidFill>
              <a:schemeClr val="tx1"/>
            </a:solidFill>
          </a:ln>
        </p:spPr>
      </p:pic>
      <p:pic>
        <p:nvPicPr>
          <p:cNvPr id="12" name="Picture 11">
            <a:extLst>
              <a:ext uri="{FF2B5EF4-FFF2-40B4-BE49-F238E27FC236}">
                <a16:creationId xmlns:a16="http://schemas.microsoft.com/office/drawing/2014/main" id="{5EB80CF4-1E59-5C4C-84ED-BE11D0FE3214}"/>
              </a:ext>
            </a:extLst>
          </p:cNvPr>
          <p:cNvPicPr>
            <a:picLocks noChangeAspect="1"/>
          </p:cNvPicPr>
          <p:nvPr/>
        </p:nvPicPr>
        <p:blipFill>
          <a:blip r:embed="rId4"/>
          <a:stretch>
            <a:fillRect/>
          </a:stretch>
        </p:blipFill>
        <p:spPr>
          <a:xfrm>
            <a:off x="3913073" y="1342498"/>
            <a:ext cx="5115070" cy="2971168"/>
          </a:xfrm>
          <a:prstGeom prst="rect">
            <a:avLst/>
          </a:prstGeom>
        </p:spPr>
      </p:pic>
    </p:spTree>
    <p:extLst>
      <p:ext uri="{BB962C8B-B14F-4D97-AF65-F5344CB8AC3E}">
        <p14:creationId xmlns:p14="http://schemas.microsoft.com/office/powerpoint/2010/main" val="1004819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Тэги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7</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400" dirty="0">
                <a:latin typeface="Arial" panose="020B0604020202020204" pitchFamily="34" charset="0"/>
                <a:cs typeface="Arial" panose="020B0604020202020204" pitchFamily="34" charset="0"/>
              </a:rPr>
              <a:t>Основные тэги:</a:t>
            </a:r>
          </a:p>
          <a:p>
            <a:pPr marL="342900" indent="-342900" algn="just">
              <a:lnSpc>
                <a:spcPct val="150000"/>
              </a:lnSpc>
              <a:buAutoNum type="arabicPeriod"/>
            </a:pPr>
            <a:r>
              <a:rPr lang="ru-RU" sz="1400" dirty="0">
                <a:latin typeface="Arial" panose="020B0604020202020204" pitchFamily="34" charset="0"/>
                <a:cs typeface="Arial" panose="020B0604020202020204" pitchFamily="34" charset="0"/>
              </a:rPr>
              <a:t>Блочные:</a:t>
            </a:r>
          </a:p>
          <a:p>
            <a:pPr marL="800100" lvl="1" indent="-342900" algn="just">
              <a:lnSpc>
                <a:spcPct val="150000"/>
              </a:lnSpc>
              <a:buFontTx/>
              <a:buAutoNum type="arabicPeriod"/>
            </a:pPr>
            <a:r>
              <a:rPr lang="ru-RU" sz="1400" dirty="0">
                <a:latin typeface="Arial" panose="020B0604020202020204" pitchFamily="34" charset="0"/>
                <a:cs typeface="Arial" panose="020B0604020202020204" pitchFamily="34" charset="0"/>
              </a:rPr>
              <a:t>Абзацы</a:t>
            </a:r>
          </a:p>
          <a:p>
            <a:pPr marL="800100" lvl="1" indent="-342900" algn="just">
              <a:lnSpc>
                <a:spcPct val="150000"/>
              </a:lnSpc>
              <a:buFontTx/>
              <a:buAutoNum type="arabicPeriod"/>
            </a:pPr>
            <a:r>
              <a:rPr lang="ru-RU" sz="1400" dirty="0">
                <a:latin typeface="Arial" panose="020B0604020202020204" pitchFamily="34" charset="0"/>
                <a:cs typeface="Arial" panose="020B0604020202020204" pitchFamily="34" charset="0"/>
              </a:rPr>
              <a:t>Разделы</a:t>
            </a:r>
          </a:p>
          <a:p>
            <a:pPr marL="800100" lvl="1" indent="-342900" algn="just">
              <a:lnSpc>
                <a:spcPct val="150000"/>
              </a:lnSpc>
              <a:buFontTx/>
              <a:buAutoNum type="arabicPeriod"/>
            </a:pPr>
            <a:r>
              <a:rPr lang="ru-RU" sz="1400" dirty="0">
                <a:latin typeface="Arial" panose="020B0604020202020204" pitchFamily="34" charset="0"/>
                <a:cs typeface="Arial" panose="020B0604020202020204" pitchFamily="34" charset="0"/>
              </a:rPr>
              <a:t>Списки</a:t>
            </a:r>
          </a:p>
          <a:p>
            <a:pPr marL="800100" lvl="1" indent="-342900" algn="just">
              <a:lnSpc>
                <a:spcPct val="150000"/>
              </a:lnSpc>
              <a:buAutoNum type="arabicPeriod"/>
            </a:pPr>
            <a:r>
              <a:rPr lang="ru-RU" sz="1400" dirty="0">
                <a:latin typeface="Arial" panose="020B0604020202020204" pitchFamily="34" charset="0"/>
                <a:cs typeface="Arial" panose="020B0604020202020204" pitchFamily="34" charset="0"/>
              </a:rPr>
              <a:t>Таблицы</a:t>
            </a:r>
          </a:p>
          <a:p>
            <a:pPr marL="800100" lvl="1" indent="-342900" algn="just">
              <a:lnSpc>
                <a:spcPct val="150000"/>
              </a:lnSpc>
              <a:buAutoNum type="arabicPeriod"/>
            </a:pPr>
            <a:r>
              <a:rPr lang="ru-RU" sz="1400" dirty="0">
                <a:latin typeface="Arial" panose="020B0604020202020204" pitchFamily="34" charset="0"/>
                <a:cs typeface="Arial" panose="020B0604020202020204" pitchFamily="34" charset="0"/>
              </a:rPr>
              <a:t>Формы</a:t>
            </a:r>
          </a:p>
          <a:p>
            <a:pPr marL="342900" indent="-342900" algn="just">
              <a:lnSpc>
                <a:spcPct val="150000"/>
              </a:lnSpc>
              <a:buAutoNum type="arabicPeriod"/>
            </a:pPr>
            <a:r>
              <a:rPr lang="ru-RU" sz="1400" dirty="0">
                <a:latin typeface="Arial" panose="020B0604020202020204" pitchFamily="34" charset="0"/>
                <a:cs typeface="Arial" panose="020B0604020202020204" pitchFamily="34" charset="0"/>
              </a:rPr>
              <a:t>Строковые: </a:t>
            </a:r>
          </a:p>
          <a:p>
            <a:pPr marL="800100" lvl="1" indent="-342900" algn="just">
              <a:lnSpc>
                <a:spcPct val="150000"/>
              </a:lnSpc>
              <a:buAutoNum type="arabicPeriod"/>
            </a:pPr>
            <a:r>
              <a:rPr lang="ru-RU" sz="1400" dirty="0">
                <a:latin typeface="Arial" panose="020B0604020202020204" pitchFamily="34" charset="0"/>
                <a:cs typeface="Arial" panose="020B0604020202020204" pitchFamily="34" charset="0"/>
              </a:rPr>
              <a:t>Заголовки</a:t>
            </a:r>
          </a:p>
          <a:p>
            <a:pPr marL="800100" lvl="1" indent="-342900" algn="just">
              <a:lnSpc>
                <a:spcPct val="150000"/>
              </a:lnSpc>
              <a:buFontTx/>
              <a:buAutoNum type="arabicPeriod"/>
            </a:pPr>
            <a:r>
              <a:rPr lang="ru-RU" sz="1400" dirty="0">
                <a:latin typeface="Arial" panose="020B0604020202020204" pitchFamily="34" charset="0"/>
                <a:cs typeface="Arial" panose="020B0604020202020204" pitchFamily="34" charset="0"/>
              </a:rPr>
              <a:t>Форматирование текста </a:t>
            </a:r>
          </a:p>
          <a:p>
            <a:pPr marL="800100" lvl="1" indent="-342900" algn="just">
              <a:lnSpc>
                <a:spcPct val="150000"/>
              </a:lnSpc>
              <a:buAutoNum type="arabicPeriod"/>
            </a:pPr>
            <a:r>
              <a:rPr lang="ru-RU" sz="1400" dirty="0">
                <a:latin typeface="Arial" panose="020B0604020202020204" pitchFamily="34" charset="0"/>
                <a:cs typeface="Arial" panose="020B0604020202020204" pitchFamily="34" charset="0"/>
              </a:rPr>
              <a:t>Изображения</a:t>
            </a:r>
          </a:p>
          <a:p>
            <a:pPr marL="800100" lvl="1" indent="-342900" algn="just">
              <a:lnSpc>
                <a:spcPct val="150000"/>
              </a:lnSpc>
              <a:buAutoNum type="arabicPeriod"/>
            </a:pPr>
            <a:r>
              <a:rPr lang="ru-RU" sz="1400" dirty="0">
                <a:latin typeface="Arial" panose="020B0604020202020204" pitchFamily="34" charset="0"/>
                <a:cs typeface="Arial" panose="020B0604020202020204" pitchFamily="34" charset="0"/>
              </a:rPr>
              <a:t>Ссылки		</a:t>
            </a:r>
          </a:p>
          <a:p>
            <a:pPr marL="0" indent="0" algn="just">
              <a:lnSpc>
                <a:spcPct val="150000"/>
              </a:lnSpc>
              <a:buNone/>
            </a:pPr>
            <a:endParaRPr lang="ru-RU"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3997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Заголовки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8</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1BFBC005-1B42-AF45-AB60-FD37F24A97CB}"/>
              </a:ext>
            </a:extLst>
          </p:cNvPr>
          <p:cNvPicPr>
            <a:picLocks noChangeAspect="1"/>
          </p:cNvPicPr>
          <p:nvPr/>
        </p:nvPicPr>
        <p:blipFill>
          <a:blip r:embed="rId3"/>
          <a:stretch>
            <a:fillRect/>
          </a:stretch>
        </p:blipFill>
        <p:spPr>
          <a:xfrm>
            <a:off x="3545850" y="3429000"/>
            <a:ext cx="5100299" cy="2956224"/>
          </a:xfrm>
          <a:prstGeom prst="rect">
            <a:avLst/>
          </a:prstGeom>
          <a:ln>
            <a:solidFill>
              <a:schemeClr val="tx1"/>
            </a:solidFill>
          </a:ln>
        </p:spPr>
      </p:pic>
      <p:pic>
        <p:nvPicPr>
          <p:cNvPr id="11" name="Picture 10">
            <a:extLst>
              <a:ext uri="{FF2B5EF4-FFF2-40B4-BE49-F238E27FC236}">
                <a16:creationId xmlns:a16="http://schemas.microsoft.com/office/drawing/2014/main" id="{DA73225D-3411-CF4F-93C1-C0F8E5988954}"/>
              </a:ext>
            </a:extLst>
          </p:cNvPr>
          <p:cNvPicPr>
            <a:picLocks noChangeAspect="1"/>
          </p:cNvPicPr>
          <p:nvPr/>
        </p:nvPicPr>
        <p:blipFill>
          <a:blip r:embed="rId4"/>
          <a:stretch>
            <a:fillRect/>
          </a:stretch>
        </p:blipFill>
        <p:spPr>
          <a:xfrm>
            <a:off x="3764857" y="1862245"/>
            <a:ext cx="4730307" cy="1422288"/>
          </a:xfrm>
          <a:prstGeom prst="rect">
            <a:avLst/>
          </a:prstGeom>
        </p:spPr>
      </p:pic>
    </p:spTree>
    <p:extLst>
      <p:ext uri="{BB962C8B-B14F-4D97-AF65-F5344CB8AC3E}">
        <p14:creationId xmlns:p14="http://schemas.microsoft.com/office/powerpoint/2010/main" val="3410499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абзацы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9</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E2DA646-5A7E-7849-BF89-4082EDB92EF3}"/>
              </a:ext>
            </a:extLst>
          </p:cNvPr>
          <p:cNvPicPr>
            <a:picLocks noChangeAspect="1"/>
          </p:cNvPicPr>
          <p:nvPr/>
        </p:nvPicPr>
        <p:blipFill>
          <a:blip r:embed="rId3"/>
          <a:stretch>
            <a:fillRect/>
          </a:stretch>
        </p:blipFill>
        <p:spPr>
          <a:xfrm>
            <a:off x="3776651" y="4420548"/>
            <a:ext cx="4991100" cy="1841500"/>
          </a:xfrm>
          <a:prstGeom prst="rect">
            <a:avLst/>
          </a:prstGeom>
          <a:ln>
            <a:solidFill>
              <a:schemeClr val="tx1"/>
            </a:solidFill>
          </a:ln>
        </p:spPr>
      </p:pic>
      <p:pic>
        <p:nvPicPr>
          <p:cNvPr id="13" name="Picture 12">
            <a:extLst>
              <a:ext uri="{FF2B5EF4-FFF2-40B4-BE49-F238E27FC236}">
                <a16:creationId xmlns:a16="http://schemas.microsoft.com/office/drawing/2014/main" id="{A5CF2938-C5E0-0942-B0A5-AC7AA91DD934}"/>
              </a:ext>
            </a:extLst>
          </p:cNvPr>
          <p:cNvPicPr>
            <a:picLocks noChangeAspect="1"/>
          </p:cNvPicPr>
          <p:nvPr/>
        </p:nvPicPr>
        <p:blipFill>
          <a:blip r:embed="rId4"/>
          <a:stretch>
            <a:fillRect/>
          </a:stretch>
        </p:blipFill>
        <p:spPr>
          <a:xfrm>
            <a:off x="3038424" y="1647181"/>
            <a:ext cx="6781800" cy="2628900"/>
          </a:xfrm>
          <a:prstGeom prst="rect">
            <a:avLst/>
          </a:prstGeom>
        </p:spPr>
      </p:pic>
    </p:spTree>
    <p:extLst>
      <p:ext uri="{BB962C8B-B14F-4D97-AF65-F5344CB8AC3E}">
        <p14:creationId xmlns:p14="http://schemas.microsoft.com/office/powerpoint/2010/main" val="924182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абзацы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10</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BD401A1-B835-F640-92B4-3319253B4E34}"/>
              </a:ext>
            </a:extLst>
          </p:cNvPr>
          <p:cNvPicPr>
            <a:picLocks noChangeAspect="1"/>
          </p:cNvPicPr>
          <p:nvPr/>
        </p:nvPicPr>
        <p:blipFill>
          <a:blip r:embed="rId3"/>
          <a:stretch>
            <a:fillRect/>
          </a:stretch>
        </p:blipFill>
        <p:spPr>
          <a:xfrm>
            <a:off x="2787652" y="4552912"/>
            <a:ext cx="6616700" cy="1638300"/>
          </a:xfrm>
          <a:prstGeom prst="rect">
            <a:avLst/>
          </a:prstGeom>
          <a:ln>
            <a:solidFill>
              <a:schemeClr val="tx1"/>
            </a:solidFill>
          </a:ln>
        </p:spPr>
      </p:pic>
      <p:pic>
        <p:nvPicPr>
          <p:cNvPr id="11" name="Picture 10">
            <a:extLst>
              <a:ext uri="{FF2B5EF4-FFF2-40B4-BE49-F238E27FC236}">
                <a16:creationId xmlns:a16="http://schemas.microsoft.com/office/drawing/2014/main" id="{5AFBE7E3-3265-9A41-BD7C-1509BC5FF61B}"/>
              </a:ext>
            </a:extLst>
          </p:cNvPr>
          <p:cNvPicPr>
            <a:picLocks noChangeAspect="1"/>
          </p:cNvPicPr>
          <p:nvPr/>
        </p:nvPicPr>
        <p:blipFill>
          <a:blip r:embed="rId4"/>
          <a:stretch>
            <a:fillRect/>
          </a:stretch>
        </p:blipFill>
        <p:spPr>
          <a:xfrm>
            <a:off x="2717800" y="1995038"/>
            <a:ext cx="6756400" cy="2336800"/>
          </a:xfrm>
          <a:prstGeom prst="rect">
            <a:avLst/>
          </a:prstGeom>
        </p:spPr>
      </p:pic>
    </p:spTree>
    <p:extLst>
      <p:ext uri="{BB962C8B-B14F-4D97-AF65-F5344CB8AC3E}">
        <p14:creationId xmlns:p14="http://schemas.microsoft.com/office/powerpoint/2010/main" val="168263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контейнеры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11</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8677A30D-671C-A04D-A9B0-E75D33722B9C}"/>
              </a:ext>
            </a:extLst>
          </p:cNvPr>
          <p:cNvPicPr>
            <a:picLocks noChangeAspect="1"/>
          </p:cNvPicPr>
          <p:nvPr/>
        </p:nvPicPr>
        <p:blipFill>
          <a:blip r:embed="rId3"/>
          <a:stretch>
            <a:fillRect/>
          </a:stretch>
        </p:blipFill>
        <p:spPr>
          <a:xfrm>
            <a:off x="226484" y="2437395"/>
            <a:ext cx="6214858" cy="2518228"/>
          </a:xfrm>
          <a:prstGeom prst="rect">
            <a:avLst/>
          </a:prstGeom>
        </p:spPr>
      </p:pic>
      <p:pic>
        <p:nvPicPr>
          <p:cNvPr id="13" name="Picture 12">
            <a:extLst>
              <a:ext uri="{FF2B5EF4-FFF2-40B4-BE49-F238E27FC236}">
                <a16:creationId xmlns:a16="http://schemas.microsoft.com/office/drawing/2014/main" id="{71986978-59D4-4349-B14D-25600090356A}"/>
              </a:ext>
            </a:extLst>
          </p:cNvPr>
          <p:cNvPicPr>
            <a:picLocks noChangeAspect="1"/>
          </p:cNvPicPr>
          <p:nvPr/>
        </p:nvPicPr>
        <p:blipFill>
          <a:blip r:embed="rId4"/>
          <a:stretch>
            <a:fillRect/>
          </a:stretch>
        </p:blipFill>
        <p:spPr>
          <a:xfrm>
            <a:off x="7625223" y="1856952"/>
            <a:ext cx="3692066" cy="4204261"/>
          </a:xfrm>
          <a:prstGeom prst="rect">
            <a:avLst/>
          </a:prstGeom>
          <a:ln>
            <a:solidFill>
              <a:schemeClr val="tx1"/>
            </a:solidFill>
          </a:ln>
        </p:spPr>
      </p:pic>
    </p:spTree>
    <p:extLst>
      <p:ext uri="{BB962C8B-B14F-4D97-AF65-F5344CB8AC3E}">
        <p14:creationId xmlns:p14="http://schemas.microsoft.com/office/powerpoint/2010/main" val="3073224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Начертание текста</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12</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A393B4AD-42B2-934B-AA1C-43DFB06C0D06}"/>
              </a:ext>
            </a:extLst>
          </p:cNvPr>
          <p:cNvPicPr>
            <a:picLocks noChangeAspect="1"/>
          </p:cNvPicPr>
          <p:nvPr/>
        </p:nvPicPr>
        <p:blipFill>
          <a:blip r:embed="rId3"/>
          <a:stretch>
            <a:fillRect/>
          </a:stretch>
        </p:blipFill>
        <p:spPr>
          <a:xfrm>
            <a:off x="2654299" y="1825780"/>
            <a:ext cx="6883401" cy="1333500"/>
          </a:xfrm>
          <a:prstGeom prst="rect">
            <a:avLst/>
          </a:prstGeom>
        </p:spPr>
      </p:pic>
      <p:pic>
        <p:nvPicPr>
          <p:cNvPr id="11" name="Picture 10">
            <a:extLst>
              <a:ext uri="{FF2B5EF4-FFF2-40B4-BE49-F238E27FC236}">
                <a16:creationId xmlns:a16="http://schemas.microsoft.com/office/drawing/2014/main" id="{920FB046-F57E-7343-AE76-AC5D849CB261}"/>
              </a:ext>
            </a:extLst>
          </p:cNvPr>
          <p:cNvPicPr>
            <a:picLocks noChangeAspect="1"/>
          </p:cNvPicPr>
          <p:nvPr/>
        </p:nvPicPr>
        <p:blipFill>
          <a:blip r:embed="rId4"/>
          <a:stretch>
            <a:fillRect/>
          </a:stretch>
        </p:blipFill>
        <p:spPr>
          <a:xfrm>
            <a:off x="4983618" y="3303749"/>
            <a:ext cx="2224773" cy="2757464"/>
          </a:xfrm>
          <a:prstGeom prst="rect">
            <a:avLst/>
          </a:prstGeom>
          <a:ln>
            <a:solidFill>
              <a:schemeClr val="tx1"/>
            </a:solidFill>
          </a:ln>
        </p:spPr>
      </p:pic>
    </p:spTree>
    <p:extLst>
      <p:ext uri="{BB962C8B-B14F-4D97-AF65-F5344CB8AC3E}">
        <p14:creationId xmlns:p14="http://schemas.microsoft.com/office/powerpoint/2010/main" val="3972471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Заголовок страницы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13</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F9B7966-580C-2141-926C-17BB1F95BDB7}"/>
              </a:ext>
            </a:extLst>
          </p:cNvPr>
          <p:cNvPicPr>
            <a:picLocks noChangeAspect="1"/>
          </p:cNvPicPr>
          <p:nvPr/>
        </p:nvPicPr>
        <p:blipFill>
          <a:blip r:embed="rId3"/>
          <a:stretch>
            <a:fillRect/>
          </a:stretch>
        </p:blipFill>
        <p:spPr>
          <a:xfrm>
            <a:off x="3567307" y="4071981"/>
            <a:ext cx="5056858" cy="2659211"/>
          </a:xfrm>
          <a:prstGeom prst="rect">
            <a:avLst/>
          </a:prstGeom>
          <a:ln>
            <a:solidFill>
              <a:schemeClr val="tx1"/>
            </a:solidFill>
          </a:ln>
        </p:spPr>
      </p:pic>
      <p:pic>
        <p:nvPicPr>
          <p:cNvPr id="13" name="Picture 12">
            <a:extLst>
              <a:ext uri="{FF2B5EF4-FFF2-40B4-BE49-F238E27FC236}">
                <a16:creationId xmlns:a16="http://schemas.microsoft.com/office/drawing/2014/main" id="{7265E253-848E-F34E-8D2C-BDE06D378EF4}"/>
              </a:ext>
            </a:extLst>
          </p:cNvPr>
          <p:cNvPicPr>
            <a:picLocks noChangeAspect="1"/>
          </p:cNvPicPr>
          <p:nvPr/>
        </p:nvPicPr>
        <p:blipFill>
          <a:blip r:embed="rId4"/>
          <a:stretch>
            <a:fillRect/>
          </a:stretch>
        </p:blipFill>
        <p:spPr>
          <a:xfrm>
            <a:off x="2299528" y="1270816"/>
            <a:ext cx="7592416" cy="2659211"/>
          </a:xfrm>
          <a:prstGeom prst="rect">
            <a:avLst/>
          </a:prstGeom>
        </p:spPr>
      </p:pic>
    </p:spTree>
    <p:extLst>
      <p:ext uri="{BB962C8B-B14F-4D97-AF65-F5344CB8AC3E}">
        <p14:creationId xmlns:p14="http://schemas.microsoft.com/office/powerpoint/2010/main" val="1145866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ссылки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14</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DBD2D29-C21E-7546-97A5-B41044752FCC}"/>
              </a:ext>
            </a:extLst>
          </p:cNvPr>
          <p:cNvPicPr>
            <a:picLocks noChangeAspect="1"/>
          </p:cNvPicPr>
          <p:nvPr/>
        </p:nvPicPr>
        <p:blipFill>
          <a:blip r:embed="rId3"/>
          <a:stretch>
            <a:fillRect/>
          </a:stretch>
        </p:blipFill>
        <p:spPr>
          <a:xfrm>
            <a:off x="3422650" y="2521758"/>
            <a:ext cx="5346700" cy="3340101"/>
          </a:xfrm>
          <a:prstGeom prst="rect">
            <a:avLst/>
          </a:prstGeom>
          <a:ln>
            <a:solidFill>
              <a:schemeClr val="tx1"/>
            </a:solidFill>
          </a:ln>
        </p:spPr>
      </p:pic>
      <p:pic>
        <p:nvPicPr>
          <p:cNvPr id="11" name="Picture 10">
            <a:extLst>
              <a:ext uri="{FF2B5EF4-FFF2-40B4-BE49-F238E27FC236}">
                <a16:creationId xmlns:a16="http://schemas.microsoft.com/office/drawing/2014/main" id="{55C95ABC-A3B3-7D44-8C22-AC4ADBCF68B8}"/>
              </a:ext>
            </a:extLst>
          </p:cNvPr>
          <p:cNvPicPr>
            <a:picLocks noChangeAspect="1"/>
          </p:cNvPicPr>
          <p:nvPr/>
        </p:nvPicPr>
        <p:blipFill>
          <a:blip r:embed="rId4"/>
          <a:stretch>
            <a:fillRect/>
          </a:stretch>
        </p:blipFill>
        <p:spPr>
          <a:xfrm>
            <a:off x="1353774" y="1269634"/>
            <a:ext cx="9321800" cy="990600"/>
          </a:xfrm>
          <a:prstGeom prst="rect">
            <a:avLst/>
          </a:prstGeom>
        </p:spPr>
      </p:pic>
    </p:spTree>
    <p:extLst>
      <p:ext uri="{BB962C8B-B14F-4D97-AF65-F5344CB8AC3E}">
        <p14:creationId xmlns:p14="http://schemas.microsoft.com/office/powerpoint/2010/main" val="1026081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якоря</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15</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109A335-FCE3-ED4A-B7E3-98E87563AF61}"/>
              </a:ext>
            </a:extLst>
          </p:cNvPr>
          <p:cNvPicPr>
            <a:picLocks noChangeAspect="1"/>
          </p:cNvPicPr>
          <p:nvPr/>
        </p:nvPicPr>
        <p:blipFill rotWithShape="1">
          <a:blip r:embed="rId3"/>
          <a:srcRect t="1677"/>
          <a:stretch/>
        </p:blipFill>
        <p:spPr>
          <a:xfrm>
            <a:off x="7563720" y="1269636"/>
            <a:ext cx="1604991" cy="5234495"/>
          </a:xfrm>
          <a:prstGeom prst="rect">
            <a:avLst/>
          </a:prstGeom>
          <a:ln>
            <a:solidFill>
              <a:schemeClr val="tx1"/>
            </a:solidFill>
          </a:ln>
        </p:spPr>
      </p:pic>
      <p:pic>
        <p:nvPicPr>
          <p:cNvPr id="13" name="Picture 12">
            <a:extLst>
              <a:ext uri="{FF2B5EF4-FFF2-40B4-BE49-F238E27FC236}">
                <a16:creationId xmlns:a16="http://schemas.microsoft.com/office/drawing/2014/main" id="{F9960497-91E3-EF47-818B-41832ACDE843}"/>
              </a:ext>
            </a:extLst>
          </p:cNvPr>
          <p:cNvPicPr>
            <a:picLocks noChangeAspect="1"/>
          </p:cNvPicPr>
          <p:nvPr/>
        </p:nvPicPr>
        <p:blipFill>
          <a:blip r:embed="rId4"/>
          <a:stretch>
            <a:fillRect/>
          </a:stretch>
        </p:blipFill>
        <p:spPr>
          <a:xfrm>
            <a:off x="9609509" y="1269634"/>
            <a:ext cx="1707780" cy="5234497"/>
          </a:xfrm>
          <a:prstGeom prst="rect">
            <a:avLst/>
          </a:prstGeom>
          <a:ln>
            <a:solidFill>
              <a:schemeClr val="tx1"/>
            </a:solidFill>
          </a:ln>
        </p:spPr>
      </p:pic>
      <p:pic>
        <p:nvPicPr>
          <p:cNvPr id="14" name="Picture 13">
            <a:extLst>
              <a:ext uri="{FF2B5EF4-FFF2-40B4-BE49-F238E27FC236}">
                <a16:creationId xmlns:a16="http://schemas.microsoft.com/office/drawing/2014/main" id="{E4C76551-FF51-F343-AE45-529C65732E65}"/>
              </a:ext>
            </a:extLst>
          </p:cNvPr>
          <p:cNvPicPr>
            <a:picLocks noChangeAspect="1"/>
          </p:cNvPicPr>
          <p:nvPr/>
        </p:nvPicPr>
        <p:blipFill>
          <a:blip r:embed="rId5"/>
          <a:stretch>
            <a:fillRect/>
          </a:stretch>
        </p:blipFill>
        <p:spPr>
          <a:xfrm>
            <a:off x="1353774" y="1489409"/>
            <a:ext cx="5392002" cy="4517996"/>
          </a:xfrm>
          <a:prstGeom prst="rect">
            <a:avLst/>
          </a:prstGeom>
        </p:spPr>
      </p:pic>
    </p:spTree>
    <p:extLst>
      <p:ext uri="{BB962C8B-B14F-4D97-AF65-F5344CB8AC3E}">
        <p14:creationId xmlns:p14="http://schemas.microsoft.com/office/powerpoint/2010/main" val="3717313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списки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16</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Существует два вида списков: </a:t>
            </a:r>
          </a:p>
          <a:p>
            <a:pPr marL="342900" indent="-342900" algn="just">
              <a:lnSpc>
                <a:spcPct val="150000"/>
              </a:lnSpc>
              <a:buAutoNum type="arabicPeriod"/>
            </a:pPr>
            <a:r>
              <a:rPr lang="en-US" sz="1600" dirty="0">
                <a:latin typeface="Arial" panose="020B0604020202020204" pitchFamily="34" charset="0"/>
                <a:cs typeface="Arial" panose="020B0604020202020204" pitchFamily="34" charset="0"/>
              </a:rPr>
              <a:t>&lt;ul&gt; - </a:t>
            </a:r>
            <a:r>
              <a:rPr lang="ru-RU" sz="1600" dirty="0">
                <a:latin typeface="Arial" panose="020B0604020202020204" pitchFamily="34" charset="0"/>
                <a:cs typeface="Arial" panose="020B0604020202020204" pitchFamily="34" charset="0"/>
              </a:rPr>
              <a:t>маркированный список</a:t>
            </a:r>
            <a:endParaRPr lang="en-US" sz="1600" dirty="0">
              <a:latin typeface="Arial" panose="020B0604020202020204" pitchFamily="34" charset="0"/>
              <a:cs typeface="Arial" panose="020B0604020202020204" pitchFamily="34" charset="0"/>
            </a:endParaRPr>
          </a:p>
          <a:p>
            <a:pPr marL="342900" indent="-342900" algn="just">
              <a:lnSpc>
                <a:spcPct val="150000"/>
              </a:lnSpc>
              <a:buAutoNum type="arabicPeriod"/>
            </a:pPr>
            <a:r>
              <a:rPr lang="en-US" sz="1600" dirty="0">
                <a:latin typeface="Arial" panose="020B0604020202020204" pitchFamily="34" charset="0"/>
                <a:cs typeface="Arial" panose="020B0604020202020204" pitchFamily="34" charset="0"/>
              </a:rPr>
              <a:t>&lt;</a:t>
            </a:r>
            <a:r>
              <a:rPr lang="en-US" sz="1600" dirty="0" err="1">
                <a:latin typeface="Arial" panose="020B0604020202020204" pitchFamily="34" charset="0"/>
                <a:cs typeface="Arial" panose="020B0604020202020204" pitchFamily="34" charset="0"/>
              </a:rPr>
              <a:t>ol</a:t>
            </a:r>
            <a:r>
              <a:rPr lang="en-US" sz="1600" dirty="0">
                <a:latin typeface="Arial" panose="020B0604020202020204" pitchFamily="34" charset="0"/>
                <a:cs typeface="Arial" panose="020B0604020202020204" pitchFamily="34" charset="0"/>
              </a:rPr>
              <a:t>&gt; -</a:t>
            </a:r>
            <a:r>
              <a:rPr lang="ru-RU" sz="1600" dirty="0">
                <a:latin typeface="Arial" panose="020B0604020202020204" pitchFamily="34" charset="0"/>
                <a:cs typeface="Arial" panose="020B0604020202020204" pitchFamily="34" charset="0"/>
              </a:rPr>
              <a:t> нумерованный список</a:t>
            </a:r>
            <a:endParaRPr lang="en-US" sz="1600" dirty="0">
              <a:latin typeface="Arial" panose="020B0604020202020204" pitchFamily="34" charset="0"/>
              <a:cs typeface="Arial" panose="020B0604020202020204" pitchFamily="34" charset="0"/>
            </a:endParaRPr>
          </a:p>
          <a:p>
            <a:pPr algn="just">
              <a:lnSpc>
                <a:spcPct val="150000"/>
              </a:lnSpc>
            </a:pPr>
            <a:r>
              <a:rPr lang="en-US" sz="1600" dirty="0">
                <a:latin typeface="Arial" panose="020B0604020202020204" pitchFamily="34" charset="0"/>
                <a:cs typeface="Arial" panose="020B0604020202020204" pitchFamily="34" charset="0"/>
              </a:rPr>
              <a:t>&lt;li&gt; - </a:t>
            </a:r>
            <a:r>
              <a:rPr lang="ru-RU" sz="1600" dirty="0">
                <a:latin typeface="Arial" panose="020B0604020202020204" pitchFamily="34" charset="0"/>
                <a:cs typeface="Arial" panose="020B0604020202020204" pitchFamily="34" charset="0"/>
              </a:rPr>
              <a:t>элемент списка</a:t>
            </a:r>
          </a:p>
          <a:p>
            <a:pPr algn="just">
              <a:lnSpc>
                <a:spcPct val="150000"/>
              </a:lnSpc>
            </a:pPr>
            <a:r>
              <a:rPr lang="ru-RU" sz="1600" dirty="0">
                <a:latin typeface="Arial" panose="020B0604020202020204" pitchFamily="34" charset="0"/>
                <a:cs typeface="Arial" panose="020B0604020202020204" pitchFamily="34" charset="0"/>
              </a:rPr>
              <a:t>атрибут </a:t>
            </a:r>
            <a:r>
              <a:rPr lang="en-US" sz="1600" dirty="0">
                <a:latin typeface="Arial" panose="020B0604020202020204" pitchFamily="34" charset="0"/>
                <a:cs typeface="Arial" panose="020B0604020202020204" pitchFamily="34" charset="0"/>
              </a:rPr>
              <a:t>type – </a:t>
            </a:r>
            <a:r>
              <a:rPr lang="ru-RU" sz="1600" dirty="0">
                <a:latin typeface="Arial" panose="020B0604020202020204" pitchFamily="34" charset="0"/>
                <a:cs typeface="Arial" panose="020B0604020202020204" pitchFamily="34" charset="0"/>
              </a:rPr>
              <a:t>тип маркера</a:t>
            </a:r>
          </a:p>
          <a:p>
            <a:pPr marL="0" indent="0" algn="just">
              <a:lnSpc>
                <a:spcPct val="150000"/>
              </a:lnSpc>
              <a:buNone/>
            </a:pPr>
            <a:endParaRPr lang="ru-RU"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1130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списки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r>
              <a:rPr lang="ru-RU" b="1" dirty="0"/>
              <a:t>Маркированный список</a:t>
            </a:r>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17</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CD9DBB3-5F2A-AD43-A902-E2162029CF6F}"/>
              </a:ext>
            </a:extLst>
          </p:cNvPr>
          <p:cNvPicPr>
            <a:picLocks noChangeAspect="1"/>
          </p:cNvPicPr>
          <p:nvPr/>
        </p:nvPicPr>
        <p:blipFill>
          <a:blip r:embed="rId3"/>
          <a:stretch>
            <a:fillRect/>
          </a:stretch>
        </p:blipFill>
        <p:spPr>
          <a:xfrm>
            <a:off x="8162310" y="3245659"/>
            <a:ext cx="1206500" cy="901700"/>
          </a:xfrm>
          <a:prstGeom prst="rect">
            <a:avLst/>
          </a:prstGeom>
          <a:ln>
            <a:solidFill>
              <a:schemeClr val="tx1"/>
            </a:solidFill>
          </a:ln>
        </p:spPr>
      </p:pic>
      <p:pic>
        <p:nvPicPr>
          <p:cNvPr id="11" name="Picture 10">
            <a:extLst>
              <a:ext uri="{FF2B5EF4-FFF2-40B4-BE49-F238E27FC236}">
                <a16:creationId xmlns:a16="http://schemas.microsoft.com/office/drawing/2014/main" id="{E7D54E88-0F85-E24A-96C3-605AE0D90D89}"/>
              </a:ext>
            </a:extLst>
          </p:cNvPr>
          <p:cNvPicPr>
            <a:picLocks noChangeAspect="1"/>
          </p:cNvPicPr>
          <p:nvPr/>
        </p:nvPicPr>
        <p:blipFill>
          <a:blip r:embed="rId4"/>
          <a:stretch>
            <a:fillRect/>
          </a:stretch>
        </p:blipFill>
        <p:spPr>
          <a:xfrm>
            <a:off x="1886209" y="2585259"/>
            <a:ext cx="2540000" cy="2222500"/>
          </a:xfrm>
          <a:prstGeom prst="rect">
            <a:avLst/>
          </a:prstGeom>
        </p:spPr>
      </p:pic>
    </p:spTree>
    <p:extLst>
      <p:ext uri="{BB962C8B-B14F-4D97-AF65-F5344CB8AC3E}">
        <p14:creationId xmlns:p14="http://schemas.microsoft.com/office/powerpoint/2010/main" val="719334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Списки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r>
              <a:rPr lang="ru-RU" b="1" dirty="0"/>
              <a:t>Нумерованный список</a:t>
            </a:r>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18</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CD1C86F0-DF35-D841-A84D-2B9BAF3C59F2}"/>
              </a:ext>
            </a:extLst>
          </p:cNvPr>
          <p:cNvPicPr>
            <a:picLocks noChangeAspect="1"/>
          </p:cNvPicPr>
          <p:nvPr/>
        </p:nvPicPr>
        <p:blipFill>
          <a:blip r:embed="rId3"/>
          <a:stretch>
            <a:fillRect/>
          </a:stretch>
        </p:blipFill>
        <p:spPr>
          <a:xfrm>
            <a:off x="1470977" y="2344830"/>
            <a:ext cx="2540000" cy="2222500"/>
          </a:xfrm>
          <a:prstGeom prst="rect">
            <a:avLst/>
          </a:prstGeom>
        </p:spPr>
      </p:pic>
      <p:pic>
        <p:nvPicPr>
          <p:cNvPr id="13" name="Picture 12">
            <a:extLst>
              <a:ext uri="{FF2B5EF4-FFF2-40B4-BE49-F238E27FC236}">
                <a16:creationId xmlns:a16="http://schemas.microsoft.com/office/drawing/2014/main" id="{6D199E69-FA71-A44A-8E10-F3652DADD45A}"/>
              </a:ext>
            </a:extLst>
          </p:cNvPr>
          <p:cNvPicPr>
            <a:picLocks noChangeAspect="1"/>
          </p:cNvPicPr>
          <p:nvPr/>
        </p:nvPicPr>
        <p:blipFill>
          <a:blip r:embed="rId4"/>
          <a:stretch>
            <a:fillRect/>
          </a:stretch>
        </p:blipFill>
        <p:spPr>
          <a:xfrm>
            <a:off x="8181025" y="2986180"/>
            <a:ext cx="1219200" cy="939800"/>
          </a:xfrm>
          <a:prstGeom prst="rect">
            <a:avLst/>
          </a:prstGeom>
          <a:ln>
            <a:solidFill>
              <a:schemeClr val="tx1"/>
            </a:solidFill>
          </a:ln>
        </p:spPr>
      </p:pic>
    </p:spTree>
    <p:extLst>
      <p:ext uri="{BB962C8B-B14F-4D97-AF65-F5344CB8AC3E}">
        <p14:creationId xmlns:p14="http://schemas.microsoft.com/office/powerpoint/2010/main" val="2962453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Списки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r>
              <a:rPr lang="ru-RU" b="1" dirty="0"/>
              <a:t>Нумерованный список с буквами</a:t>
            </a:r>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19</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0831D53-0C8F-C146-AF0D-B531417962CB}"/>
              </a:ext>
            </a:extLst>
          </p:cNvPr>
          <p:cNvPicPr>
            <a:picLocks noChangeAspect="1"/>
          </p:cNvPicPr>
          <p:nvPr/>
        </p:nvPicPr>
        <p:blipFill>
          <a:blip r:embed="rId3"/>
          <a:stretch>
            <a:fillRect/>
          </a:stretch>
        </p:blipFill>
        <p:spPr>
          <a:xfrm>
            <a:off x="1353774" y="2585259"/>
            <a:ext cx="2540000" cy="2222500"/>
          </a:xfrm>
          <a:prstGeom prst="rect">
            <a:avLst/>
          </a:prstGeom>
        </p:spPr>
      </p:pic>
      <p:pic>
        <p:nvPicPr>
          <p:cNvPr id="11" name="Picture 10">
            <a:extLst>
              <a:ext uri="{FF2B5EF4-FFF2-40B4-BE49-F238E27FC236}">
                <a16:creationId xmlns:a16="http://schemas.microsoft.com/office/drawing/2014/main" id="{5A1B475D-5193-9F43-B260-7D973353F8C7}"/>
              </a:ext>
            </a:extLst>
          </p:cNvPr>
          <p:cNvPicPr>
            <a:picLocks noChangeAspect="1"/>
          </p:cNvPicPr>
          <p:nvPr/>
        </p:nvPicPr>
        <p:blipFill>
          <a:blip r:embed="rId4"/>
          <a:stretch>
            <a:fillRect/>
          </a:stretch>
        </p:blipFill>
        <p:spPr>
          <a:xfrm>
            <a:off x="8298228" y="3271059"/>
            <a:ext cx="1193800" cy="850900"/>
          </a:xfrm>
          <a:prstGeom prst="rect">
            <a:avLst/>
          </a:prstGeom>
          <a:ln>
            <a:solidFill>
              <a:schemeClr val="tx1"/>
            </a:solidFill>
          </a:ln>
        </p:spPr>
      </p:pic>
    </p:spTree>
    <p:extLst>
      <p:ext uri="{BB962C8B-B14F-4D97-AF65-F5344CB8AC3E}">
        <p14:creationId xmlns:p14="http://schemas.microsoft.com/office/powerpoint/2010/main" val="2121175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Списки</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r>
              <a:rPr lang="ru-RU" b="1" dirty="0"/>
              <a:t>Нумерованный список с латинскими цифрами</a:t>
            </a:r>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20</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034C99CF-465C-0343-B0AC-75EFB2A2402E}"/>
              </a:ext>
            </a:extLst>
          </p:cNvPr>
          <p:cNvPicPr>
            <a:picLocks noChangeAspect="1"/>
          </p:cNvPicPr>
          <p:nvPr/>
        </p:nvPicPr>
        <p:blipFill>
          <a:blip r:embed="rId3"/>
          <a:stretch>
            <a:fillRect/>
          </a:stretch>
        </p:blipFill>
        <p:spPr>
          <a:xfrm>
            <a:off x="1169043" y="2431343"/>
            <a:ext cx="2540000" cy="2222500"/>
          </a:xfrm>
          <a:prstGeom prst="rect">
            <a:avLst/>
          </a:prstGeom>
        </p:spPr>
      </p:pic>
      <p:pic>
        <p:nvPicPr>
          <p:cNvPr id="13" name="Picture 12">
            <a:extLst>
              <a:ext uri="{FF2B5EF4-FFF2-40B4-BE49-F238E27FC236}">
                <a16:creationId xmlns:a16="http://schemas.microsoft.com/office/drawing/2014/main" id="{F0840782-26FA-E746-8D99-5729EAF3E3F6}"/>
              </a:ext>
            </a:extLst>
          </p:cNvPr>
          <p:cNvPicPr>
            <a:picLocks noChangeAspect="1"/>
          </p:cNvPicPr>
          <p:nvPr/>
        </p:nvPicPr>
        <p:blipFill>
          <a:blip r:embed="rId4"/>
          <a:stretch>
            <a:fillRect/>
          </a:stretch>
        </p:blipFill>
        <p:spPr>
          <a:xfrm>
            <a:off x="8482959" y="3091743"/>
            <a:ext cx="1346200" cy="901700"/>
          </a:xfrm>
          <a:prstGeom prst="rect">
            <a:avLst/>
          </a:prstGeom>
          <a:ln>
            <a:solidFill>
              <a:schemeClr val="tx1"/>
            </a:solidFill>
          </a:ln>
        </p:spPr>
      </p:pic>
    </p:spTree>
    <p:extLst>
      <p:ext uri="{BB962C8B-B14F-4D97-AF65-F5344CB8AC3E}">
        <p14:creationId xmlns:p14="http://schemas.microsoft.com/office/powerpoint/2010/main" val="2809605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Таблицы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21</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	Таблица - это структурированный набор данных, состоящий из строк и столбцов. Таблицы позволяют быстро и легко посмотреть значения, показывающие некоторую взаимосвязь между различными типами данных.</a:t>
            </a:r>
          </a:p>
          <a:p>
            <a:pPr algn="just">
              <a:lnSpc>
                <a:spcPct val="150000"/>
              </a:lnSpc>
            </a:pP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HTML-</a:t>
            </a:r>
            <a:r>
              <a:rPr lang="ru-RU" sz="1600" dirty="0">
                <a:latin typeface="Arial" panose="020B0604020202020204" pitchFamily="34" charset="0"/>
                <a:cs typeface="Arial" panose="020B0604020202020204" pitchFamily="34" charset="0"/>
              </a:rPr>
              <a:t>таблицы следует использовать для табличных данных — это то, для чего они предназначены. Не нужно использовать таблицы </a:t>
            </a:r>
            <a:r>
              <a:rPr lang="en-GB" sz="1600" dirty="0">
                <a:latin typeface="Arial" panose="020B0604020202020204" pitchFamily="34" charset="0"/>
                <a:cs typeface="Arial" panose="020B0604020202020204" pitchFamily="34" charset="0"/>
              </a:rPr>
              <a:t>HTML </a:t>
            </a:r>
            <a:r>
              <a:rPr lang="ru-RU" sz="1600" dirty="0">
                <a:latin typeface="Arial" panose="020B0604020202020204" pitchFamily="34" charset="0"/>
                <a:cs typeface="Arial" panose="020B0604020202020204" pitchFamily="34" charset="0"/>
              </a:rPr>
              <a:t>для оформления веб-страниц, например, когда одна строка используется для заголовка, одна для содержимого и одна для сносок.</a:t>
            </a:r>
          </a:p>
          <a:p>
            <a:pPr marL="0" indent="0" algn="just">
              <a:lnSpc>
                <a:spcPct val="150000"/>
              </a:lnSpc>
              <a:buNone/>
            </a:pPr>
            <a:endParaRPr lang="ru-RU"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9540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Таблицы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22</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Основные тэги для создания таблиц:</a:t>
            </a:r>
          </a:p>
          <a:p>
            <a:pPr marL="342900" indent="-342900" algn="just">
              <a:lnSpc>
                <a:spcPct val="150000"/>
              </a:lnSpc>
              <a:buAutoNum type="arabicPeriod"/>
            </a:pPr>
            <a:r>
              <a:rPr lang="en-GB" sz="1600" dirty="0"/>
              <a:t>table</a:t>
            </a:r>
            <a:endParaRPr lang="ru-RU" sz="1600" dirty="0">
              <a:latin typeface="Arial" panose="020B0604020202020204" pitchFamily="34" charset="0"/>
              <a:cs typeface="Arial" panose="020B0604020202020204" pitchFamily="34" charset="0"/>
            </a:endParaRPr>
          </a:p>
          <a:p>
            <a:pPr marL="342900" indent="-342900" algn="just">
              <a:lnSpc>
                <a:spcPct val="150000"/>
              </a:lnSpc>
              <a:buAutoNum type="arabicPeriod"/>
            </a:pPr>
            <a:r>
              <a:rPr lang="en-US" sz="1600" dirty="0">
                <a:latin typeface="Arial" panose="020B0604020202020204" pitchFamily="34" charset="0"/>
                <a:cs typeface="Arial" panose="020B0604020202020204" pitchFamily="34" charset="0"/>
              </a:rPr>
              <a:t>tr</a:t>
            </a:r>
            <a:r>
              <a:rPr lang="ru-RU"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 table row </a:t>
            </a:r>
          </a:p>
          <a:p>
            <a:pPr marL="342900" indent="-342900" algn="just">
              <a:lnSpc>
                <a:spcPct val="150000"/>
              </a:lnSpc>
              <a:buAutoNum type="arabicPeriod"/>
            </a:pPr>
            <a:r>
              <a:rPr lang="en-US" sz="1600" dirty="0" err="1">
                <a:latin typeface="Arial" panose="020B0604020202020204" pitchFamily="34" charset="0"/>
                <a:cs typeface="Arial" panose="020B0604020202020204" pitchFamily="34" charset="0"/>
              </a:rPr>
              <a:t>th</a:t>
            </a:r>
            <a:r>
              <a:rPr lang="en-US" sz="1600" dirty="0">
                <a:latin typeface="Arial" panose="020B0604020202020204" pitchFamily="34" charset="0"/>
                <a:cs typeface="Arial" panose="020B0604020202020204" pitchFamily="34" charset="0"/>
              </a:rPr>
              <a:t> – table header</a:t>
            </a:r>
          </a:p>
          <a:p>
            <a:pPr marL="342900" indent="-342900" algn="just">
              <a:lnSpc>
                <a:spcPct val="150000"/>
              </a:lnSpc>
              <a:buAutoNum type="arabicPeriod"/>
            </a:pPr>
            <a:r>
              <a:rPr lang="en-US" sz="1600" dirty="0">
                <a:latin typeface="Arial" panose="020B0604020202020204" pitchFamily="34" charset="0"/>
                <a:cs typeface="Arial" panose="020B0604020202020204" pitchFamily="34" charset="0"/>
              </a:rPr>
              <a:t>td – table data</a:t>
            </a:r>
          </a:p>
          <a:p>
            <a:pPr marL="342900" indent="-342900" algn="just">
              <a:lnSpc>
                <a:spcPct val="150000"/>
              </a:lnSpc>
              <a:buAutoNum type="arabicPeriod"/>
            </a:pPr>
            <a:endParaRPr lang="ru-RU" sz="1600" dirty="0">
              <a:latin typeface="Arial" panose="020B0604020202020204" pitchFamily="34" charset="0"/>
              <a:cs typeface="Arial" panose="020B0604020202020204" pitchFamily="34" charset="0"/>
            </a:endParaRPr>
          </a:p>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68B1877-EB88-EA48-8C0B-732A7782E0E1}"/>
              </a:ext>
            </a:extLst>
          </p:cNvPr>
          <p:cNvPicPr>
            <a:picLocks noChangeAspect="1"/>
          </p:cNvPicPr>
          <p:nvPr/>
        </p:nvPicPr>
        <p:blipFill rotWithShape="1">
          <a:blip r:embed="rId3"/>
          <a:srcRect t="4732" r="13082"/>
          <a:stretch/>
        </p:blipFill>
        <p:spPr>
          <a:xfrm>
            <a:off x="7856374" y="3742759"/>
            <a:ext cx="2220839" cy="1233320"/>
          </a:xfrm>
          <a:prstGeom prst="rect">
            <a:avLst/>
          </a:prstGeom>
          <a:ln>
            <a:solidFill>
              <a:schemeClr val="tx1"/>
            </a:solidFill>
          </a:ln>
        </p:spPr>
      </p:pic>
      <p:pic>
        <p:nvPicPr>
          <p:cNvPr id="11" name="Picture 10">
            <a:extLst>
              <a:ext uri="{FF2B5EF4-FFF2-40B4-BE49-F238E27FC236}">
                <a16:creationId xmlns:a16="http://schemas.microsoft.com/office/drawing/2014/main" id="{9BCE6F45-A81A-E843-8DCE-BF54289A59E3}"/>
              </a:ext>
            </a:extLst>
          </p:cNvPr>
          <p:cNvPicPr>
            <a:picLocks noChangeAspect="1"/>
          </p:cNvPicPr>
          <p:nvPr/>
        </p:nvPicPr>
        <p:blipFill>
          <a:blip r:embed="rId4"/>
          <a:stretch>
            <a:fillRect/>
          </a:stretch>
        </p:blipFill>
        <p:spPr>
          <a:xfrm>
            <a:off x="4590115" y="2657613"/>
            <a:ext cx="2755900" cy="3403600"/>
          </a:xfrm>
          <a:prstGeom prst="rect">
            <a:avLst/>
          </a:prstGeom>
        </p:spPr>
      </p:pic>
    </p:spTree>
    <p:extLst>
      <p:ext uri="{BB962C8B-B14F-4D97-AF65-F5344CB8AC3E}">
        <p14:creationId xmlns:p14="http://schemas.microsoft.com/office/powerpoint/2010/main" val="3949459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Таблицы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23</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EBC21797-C9D6-E44F-8CC8-5F4BEE0BEA66}"/>
              </a:ext>
            </a:extLst>
          </p:cNvPr>
          <p:cNvPicPr>
            <a:picLocks noChangeAspect="1"/>
          </p:cNvPicPr>
          <p:nvPr/>
        </p:nvPicPr>
        <p:blipFill>
          <a:blip r:embed="rId3"/>
          <a:stretch>
            <a:fillRect/>
          </a:stretch>
        </p:blipFill>
        <p:spPr>
          <a:xfrm>
            <a:off x="2261936" y="1402124"/>
            <a:ext cx="2526171" cy="5285170"/>
          </a:xfrm>
          <a:prstGeom prst="rect">
            <a:avLst/>
          </a:prstGeom>
        </p:spPr>
      </p:pic>
      <p:pic>
        <p:nvPicPr>
          <p:cNvPr id="13" name="Picture 12">
            <a:extLst>
              <a:ext uri="{FF2B5EF4-FFF2-40B4-BE49-F238E27FC236}">
                <a16:creationId xmlns:a16="http://schemas.microsoft.com/office/drawing/2014/main" id="{D00D3C87-2510-BF49-95ED-504D9988BD59}"/>
              </a:ext>
            </a:extLst>
          </p:cNvPr>
          <p:cNvPicPr>
            <a:picLocks noChangeAspect="1"/>
          </p:cNvPicPr>
          <p:nvPr/>
        </p:nvPicPr>
        <p:blipFill>
          <a:blip r:embed="rId4"/>
          <a:stretch>
            <a:fillRect/>
          </a:stretch>
        </p:blipFill>
        <p:spPr>
          <a:xfrm>
            <a:off x="7511936" y="3067859"/>
            <a:ext cx="3048000" cy="1257300"/>
          </a:xfrm>
          <a:prstGeom prst="rect">
            <a:avLst/>
          </a:prstGeom>
          <a:ln>
            <a:solidFill>
              <a:schemeClr val="tx1"/>
            </a:solidFill>
          </a:ln>
        </p:spPr>
      </p:pic>
    </p:spTree>
    <p:extLst>
      <p:ext uri="{BB962C8B-B14F-4D97-AF65-F5344CB8AC3E}">
        <p14:creationId xmlns:p14="http://schemas.microsoft.com/office/powerpoint/2010/main" val="2071234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Таблицы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24</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D8543EC-3604-3449-B8D7-64991CC41FFB}"/>
              </a:ext>
            </a:extLst>
          </p:cNvPr>
          <p:cNvPicPr>
            <a:picLocks noChangeAspect="1"/>
          </p:cNvPicPr>
          <p:nvPr/>
        </p:nvPicPr>
        <p:blipFill>
          <a:blip r:embed="rId3"/>
          <a:stretch>
            <a:fillRect/>
          </a:stretch>
        </p:blipFill>
        <p:spPr>
          <a:xfrm>
            <a:off x="6551299" y="2932053"/>
            <a:ext cx="3009900" cy="1257300"/>
          </a:xfrm>
          <a:prstGeom prst="rect">
            <a:avLst/>
          </a:prstGeom>
          <a:ln>
            <a:solidFill>
              <a:schemeClr val="tx1"/>
            </a:solidFill>
          </a:ln>
        </p:spPr>
      </p:pic>
      <p:pic>
        <p:nvPicPr>
          <p:cNvPr id="11" name="Picture 10">
            <a:extLst>
              <a:ext uri="{FF2B5EF4-FFF2-40B4-BE49-F238E27FC236}">
                <a16:creationId xmlns:a16="http://schemas.microsoft.com/office/drawing/2014/main" id="{46427713-133C-A443-B3D4-288CDF0C1CEB}"/>
              </a:ext>
            </a:extLst>
          </p:cNvPr>
          <p:cNvPicPr>
            <a:picLocks noChangeAspect="1"/>
          </p:cNvPicPr>
          <p:nvPr/>
        </p:nvPicPr>
        <p:blipFill>
          <a:blip r:embed="rId4"/>
          <a:stretch>
            <a:fillRect/>
          </a:stretch>
        </p:blipFill>
        <p:spPr>
          <a:xfrm>
            <a:off x="2493532" y="1399392"/>
            <a:ext cx="3602468" cy="4723992"/>
          </a:xfrm>
          <a:prstGeom prst="rect">
            <a:avLst/>
          </a:prstGeom>
        </p:spPr>
      </p:pic>
    </p:spTree>
    <p:extLst>
      <p:ext uri="{BB962C8B-B14F-4D97-AF65-F5344CB8AC3E}">
        <p14:creationId xmlns:p14="http://schemas.microsoft.com/office/powerpoint/2010/main" val="1135487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Таблицы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25</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C6750115-3537-A040-A68A-0DE89DB313A9}"/>
              </a:ext>
            </a:extLst>
          </p:cNvPr>
          <p:cNvPicPr>
            <a:picLocks noChangeAspect="1"/>
          </p:cNvPicPr>
          <p:nvPr/>
        </p:nvPicPr>
        <p:blipFill>
          <a:blip r:embed="rId3"/>
          <a:stretch>
            <a:fillRect/>
          </a:stretch>
        </p:blipFill>
        <p:spPr>
          <a:xfrm>
            <a:off x="6369846" y="3010635"/>
            <a:ext cx="3035300" cy="1244600"/>
          </a:xfrm>
          <a:prstGeom prst="rect">
            <a:avLst/>
          </a:prstGeom>
          <a:ln>
            <a:solidFill>
              <a:schemeClr val="tx1"/>
            </a:solidFill>
          </a:ln>
        </p:spPr>
      </p:pic>
      <p:pic>
        <p:nvPicPr>
          <p:cNvPr id="13" name="Picture 12">
            <a:extLst>
              <a:ext uri="{FF2B5EF4-FFF2-40B4-BE49-F238E27FC236}">
                <a16:creationId xmlns:a16="http://schemas.microsoft.com/office/drawing/2014/main" id="{9142A261-1F78-2E41-ABEA-AEA769703E8E}"/>
              </a:ext>
            </a:extLst>
          </p:cNvPr>
          <p:cNvPicPr>
            <a:picLocks noChangeAspect="1"/>
          </p:cNvPicPr>
          <p:nvPr/>
        </p:nvPicPr>
        <p:blipFill>
          <a:blip r:embed="rId4"/>
          <a:stretch>
            <a:fillRect/>
          </a:stretch>
        </p:blipFill>
        <p:spPr>
          <a:xfrm>
            <a:off x="2405097" y="1503952"/>
            <a:ext cx="3690903" cy="4619432"/>
          </a:xfrm>
          <a:prstGeom prst="rect">
            <a:avLst/>
          </a:prstGeom>
        </p:spPr>
      </p:pic>
    </p:spTree>
    <p:extLst>
      <p:ext uri="{BB962C8B-B14F-4D97-AF65-F5344CB8AC3E}">
        <p14:creationId xmlns:p14="http://schemas.microsoft.com/office/powerpoint/2010/main" val="1061727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Таблицы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26</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F6D26EA-A396-4243-B156-FF533448FA32}"/>
              </a:ext>
            </a:extLst>
          </p:cNvPr>
          <p:cNvPicPr>
            <a:picLocks noChangeAspect="1"/>
          </p:cNvPicPr>
          <p:nvPr/>
        </p:nvPicPr>
        <p:blipFill>
          <a:blip r:embed="rId3"/>
          <a:stretch>
            <a:fillRect/>
          </a:stretch>
        </p:blipFill>
        <p:spPr>
          <a:xfrm>
            <a:off x="6515436" y="2948464"/>
            <a:ext cx="3035300" cy="1244600"/>
          </a:xfrm>
          <a:prstGeom prst="rect">
            <a:avLst/>
          </a:prstGeom>
          <a:ln>
            <a:solidFill>
              <a:schemeClr val="tx1"/>
            </a:solidFill>
          </a:ln>
        </p:spPr>
      </p:pic>
      <p:pic>
        <p:nvPicPr>
          <p:cNvPr id="11" name="Picture 10">
            <a:extLst>
              <a:ext uri="{FF2B5EF4-FFF2-40B4-BE49-F238E27FC236}">
                <a16:creationId xmlns:a16="http://schemas.microsoft.com/office/drawing/2014/main" id="{D578F3B3-88E2-794E-8C06-BB7F10D1E549}"/>
              </a:ext>
            </a:extLst>
          </p:cNvPr>
          <p:cNvPicPr>
            <a:picLocks noChangeAspect="1"/>
          </p:cNvPicPr>
          <p:nvPr/>
        </p:nvPicPr>
        <p:blipFill>
          <a:blip r:embed="rId4"/>
          <a:stretch>
            <a:fillRect/>
          </a:stretch>
        </p:blipFill>
        <p:spPr>
          <a:xfrm>
            <a:off x="2550687" y="1441781"/>
            <a:ext cx="3690903" cy="4619432"/>
          </a:xfrm>
          <a:prstGeom prst="rect">
            <a:avLst/>
          </a:prstGeom>
        </p:spPr>
      </p:pic>
    </p:spTree>
    <p:extLst>
      <p:ext uri="{BB962C8B-B14F-4D97-AF65-F5344CB8AC3E}">
        <p14:creationId xmlns:p14="http://schemas.microsoft.com/office/powerpoint/2010/main" val="2886395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Таблицы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27</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Дополнительные семантические тэги:</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err="1">
                <a:latin typeface="Arial" panose="020B0604020202020204" pitchFamily="34" charset="0"/>
                <a:cs typeface="Arial" panose="020B0604020202020204" pitchFamily="34" charset="0"/>
              </a:rPr>
              <a:t>thead</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err="1">
                <a:latin typeface="Arial" panose="020B0604020202020204" pitchFamily="34" charset="0"/>
                <a:cs typeface="Arial" panose="020B0604020202020204" pitchFamily="34" charset="0"/>
              </a:rPr>
              <a:t>tbody</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err="1">
                <a:latin typeface="Arial" panose="020B0604020202020204" pitchFamily="34" charset="0"/>
                <a:cs typeface="Arial" panose="020B0604020202020204" pitchFamily="34" charset="0"/>
              </a:rPr>
              <a:t>tfoot</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caption</a:t>
            </a:r>
          </a:p>
          <a:p>
            <a:pPr marL="0" indent="0" algn="just">
              <a:lnSpc>
                <a:spcPct val="150000"/>
              </a:lnSpc>
              <a:buNone/>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7766636E-95A6-4A4C-9DC5-4AD0C39BB1B6}"/>
              </a:ext>
            </a:extLst>
          </p:cNvPr>
          <p:cNvPicPr>
            <a:picLocks noChangeAspect="1"/>
          </p:cNvPicPr>
          <p:nvPr/>
        </p:nvPicPr>
        <p:blipFill>
          <a:blip r:embed="rId3"/>
          <a:stretch>
            <a:fillRect/>
          </a:stretch>
        </p:blipFill>
        <p:spPr>
          <a:xfrm>
            <a:off x="4633525" y="3034658"/>
            <a:ext cx="1790700" cy="1752600"/>
          </a:xfrm>
          <a:prstGeom prst="rect">
            <a:avLst/>
          </a:prstGeom>
          <a:ln>
            <a:solidFill>
              <a:schemeClr val="tx1"/>
            </a:solidFill>
          </a:ln>
        </p:spPr>
      </p:pic>
      <p:pic>
        <p:nvPicPr>
          <p:cNvPr id="13" name="Picture 12">
            <a:extLst>
              <a:ext uri="{FF2B5EF4-FFF2-40B4-BE49-F238E27FC236}">
                <a16:creationId xmlns:a16="http://schemas.microsoft.com/office/drawing/2014/main" id="{360525C7-0B67-E24A-831A-77EF99E7FF24}"/>
              </a:ext>
            </a:extLst>
          </p:cNvPr>
          <p:cNvPicPr>
            <a:picLocks noChangeAspect="1"/>
          </p:cNvPicPr>
          <p:nvPr/>
        </p:nvPicPr>
        <p:blipFill>
          <a:blip r:embed="rId4"/>
          <a:stretch>
            <a:fillRect/>
          </a:stretch>
        </p:blipFill>
        <p:spPr>
          <a:xfrm>
            <a:off x="7915879" y="1130970"/>
            <a:ext cx="2300025" cy="5559977"/>
          </a:xfrm>
          <a:prstGeom prst="rect">
            <a:avLst/>
          </a:prstGeom>
        </p:spPr>
      </p:pic>
    </p:spTree>
    <p:extLst>
      <p:ext uri="{BB962C8B-B14F-4D97-AF65-F5344CB8AC3E}">
        <p14:creationId xmlns:p14="http://schemas.microsoft.com/office/powerpoint/2010/main" val="3001591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err="1"/>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28</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lstStyle/>
          <a:p>
            <a:pPr algn="just">
              <a:lnSpc>
                <a:spcPct val="150000"/>
              </a:lnSpc>
            </a:pP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HTML-</a:t>
            </a:r>
            <a:r>
              <a:rPr lang="ru-RU" sz="1600" dirty="0">
                <a:latin typeface="Arial" panose="020B0604020202020204" pitchFamily="34" charset="0"/>
                <a:cs typeface="Arial" panose="020B0604020202020204" pitchFamily="34" charset="0"/>
              </a:rPr>
              <a:t>элемент </a:t>
            </a:r>
            <a:r>
              <a:rPr lang="ru-RU" sz="1600" b="1" dirty="0">
                <a:latin typeface="Arial" panose="020B0604020202020204" pitchFamily="34" charset="0"/>
                <a:cs typeface="Arial" panose="020B0604020202020204" pitchFamily="34" charset="0"/>
              </a:rPr>
              <a:t>&lt;</a:t>
            </a:r>
            <a:r>
              <a:rPr lang="en-GB" sz="1600" b="1" dirty="0">
                <a:latin typeface="Arial" panose="020B0604020202020204" pitchFamily="34" charset="0"/>
                <a:cs typeface="Arial" panose="020B0604020202020204" pitchFamily="34" charset="0"/>
              </a:rPr>
              <a:t>form&gt;</a:t>
            </a:r>
            <a:r>
              <a:rPr lang="en-GB" sz="1600" dirty="0">
                <a:latin typeface="Arial" panose="020B0604020202020204" pitchFamily="34" charset="0"/>
                <a:cs typeface="Arial" panose="020B0604020202020204" pitchFamily="34" charset="0"/>
              </a:rPr>
              <a:t> </a:t>
            </a:r>
            <a:r>
              <a:rPr lang="ru-RU" sz="1600" dirty="0">
                <a:latin typeface="Arial" panose="020B0604020202020204" pitchFamily="34" charset="0"/>
                <a:cs typeface="Arial" panose="020B0604020202020204" pitchFamily="34" charset="0"/>
              </a:rPr>
              <a:t>представляет раздел документа, содержащий интерактивные элементы управления, которые позволяют отправлять информацию.		</a:t>
            </a:r>
          </a:p>
        </p:txBody>
      </p:sp>
      <p:pic>
        <p:nvPicPr>
          <p:cNvPr id="10" name="Picture 9">
            <a:extLst>
              <a:ext uri="{FF2B5EF4-FFF2-40B4-BE49-F238E27FC236}">
                <a16:creationId xmlns:a16="http://schemas.microsoft.com/office/drawing/2014/main" id="{F5CBD164-9DE2-8E40-9B17-B884C5E9BEB3}"/>
              </a:ext>
            </a:extLst>
          </p:cNvPr>
          <p:cNvPicPr>
            <a:picLocks noChangeAspect="1"/>
          </p:cNvPicPr>
          <p:nvPr/>
        </p:nvPicPr>
        <p:blipFill>
          <a:blip r:embed="rId3"/>
          <a:stretch>
            <a:fillRect/>
          </a:stretch>
        </p:blipFill>
        <p:spPr>
          <a:xfrm>
            <a:off x="3537880" y="2374160"/>
            <a:ext cx="5116240" cy="2459731"/>
          </a:xfrm>
          <a:prstGeom prst="rect">
            <a:avLst/>
          </a:prstGeom>
        </p:spPr>
      </p:pic>
      <p:pic>
        <p:nvPicPr>
          <p:cNvPr id="11" name="Picture 10">
            <a:extLst>
              <a:ext uri="{FF2B5EF4-FFF2-40B4-BE49-F238E27FC236}">
                <a16:creationId xmlns:a16="http://schemas.microsoft.com/office/drawing/2014/main" id="{C4AFB997-FB56-9C44-AA3C-403A8CE68AC5}"/>
              </a:ext>
            </a:extLst>
          </p:cNvPr>
          <p:cNvPicPr>
            <a:picLocks noChangeAspect="1"/>
          </p:cNvPicPr>
          <p:nvPr/>
        </p:nvPicPr>
        <p:blipFill>
          <a:blip r:embed="rId4"/>
          <a:stretch>
            <a:fillRect/>
          </a:stretch>
        </p:blipFill>
        <p:spPr>
          <a:xfrm>
            <a:off x="4025898" y="4907779"/>
            <a:ext cx="4140199" cy="901700"/>
          </a:xfrm>
          <a:prstGeom prst="rect">
            <a:avLst/>
          </a:prstGeom>
          <a:ln>
            <a:solidFill>
              <a:schemeClr val="tx1"/>
            </a:solidFill>
          </a:ln>
        </p:spPr>
      </p:pic>
    </p:spTree>
    <p:extLst>
      <p:ext uri="{BB962C8B-B14F-4D97-AF65-F5344CB8AC3E}">
        <p14:creationId xmlns:p14="http://schemas.microsoft.com/office/powerpoint/2010/main" val="3658285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29</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fontScale="92500"/>
          </a:bodyPr>
          <a:lstStyle/>
          <a:p>
            <a:pPr algn="just">
              <a:lnSpc>
                <a:spcPct val="150000"/>
              </a:lnSpc>
            </a:pPr>
            <a:r>
              <a:rPr lang="ru-RU" sz="1600" dirty="0">
                <a:latin typeface="Arial" panose="020B0604020202020204" pitchFamily="34" charset="0"/>
                <a:cs typeface="Arial" panose="020B0604020202020204" pitchFamily="34" charset="0"/>
              </a:rPr>
              <a:t>Атрибуты форм:</a:t>
            </a: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accept-charset – </a:t>
            </a:r>
            <a:r>
              <a:rPr lang="ru-RU" sz="1600" dirty="0">
                <a:latin typeface="Arial" panose="020B0604020202020204" pitchFamily="34" charset="0"/>
                <a:cs typeface="Arial" panose="020B0604020202020204" pitchFamily="34" charset="0"/>
              </a:rPr>
              <a:t>кодировка символов принимаемая сервером</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b="1" dirty="0">
                <a:latin typeface="Arial" panose="020B0604020202020204" pitchFamily="34" charset="0"/>
                <a:cs typeface="Arial" panose="020B0604020202020204" pitchFamily="34" charset="0"/>
              </a:rPr>
              <a:t>action</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URI-</a:t>
            </a:r>
            <a:r>
              <a:rPr lang="ru-RU" sz="1600" dirty="0">
                <a:latin typeface="Arial" panose="020B0604020202020204" pitchFamily="34" charset="0"/>
                <a:cs typeface="Arial" panose="020B0604020202020204" pitchFamily="34" charset="0"/>
              </a:rPr>
              <a:t>адрес программы, которая обрабатывает информацию переданную через форму</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a:latin typeface="Arial" panose="020B0604020202020204" pitchFamily="34" charset="0"/>
                <a:cs typeface="Arial" panose="020B0604020202020204" pitchFamily="34" charset="0"/>
              </a:rPr>
              <a:t>autocomplete – </a:t>
            </a:r>
            <a:r>
              <a:rPr lang="en-US" sz="1600" dirty="0">
                <a:latin typeface="Arial" panose="020B0604020202020204" pitchFamily="34" charset="0"/>
                <a:cs typeface="Arial" panose="020B0604020202020204" pitchFamily="34" charset="0"/>
              </a:rPr>
              <a:t>off/on, </a:t>
            </a:r>
            <a:r>
              <a:rPr lang="ru-RU" sz="1600" dirty="0">
                <a:latin typeface="Arial" panose="020B0604020202020204" pitchFamily="34" charset="0"/>
                <a:cs typeface="Arial" panose="020B0604020202020204" pitchFamily="34" charset="0"/>
              </a:rPr>
              <a:t>указывает, могут ли элементы управления автоматически быть дописаны в форме браузером</a:t>
            </a:r>
            <a:endParaRPr lang="en-US"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err="1">
                <a:latin typeface="Arial" panose="020B0604020202020204" pitchFamily="34" charset="0"/>
                <a:cs typeface="Arial" panose="020B0604020202020204" pitchFamily="34" charset="0"/>
              </a:rPr>
              <a:t>enctype</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a:t>
            </a:r>
            <a:r>
              <a:rPr lang="ru-RU" sz="1600" dirty="0">
                <a:latin typeface="Arial" panose="020B0604020202020204" pitchFamily="34" charset="0"/>
                <a:cs typeface="Arial" panose="020B0604020202020204" pitchFamily="34" charset="0"/>
              </a:rPr>
              <a:t> тип содержимого формы</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b="1" dirty="0">
                <a:latin typeface="Arial" panose="020B0604020202020204" pitchFamily="34" charset="0"/>
                <a:cs typeface="Arial" panose="020B0604020202020204" pitchFamily="34" charset="0"/>
              </a:rPr>
              <a:t>method</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HTTP </a:t>
            </a:r>
            <a:r>
              <a:rPr lang="ru-RU" sz="1600" dirty="0">
                <a:latin typeface="Arial" panose="020B0604020202020204" pitchFamily="34" charset="0"/>
                <a:cs typeface="Arial" panose="020B0604020202020204" pitchFamily="34" charset="0"/>
              </a:rPr>
              <a:t>метод, который браузер использует, для отправки формы</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b="1" dirty="0">
                <a:latin typeface="Arial" panose="020B0604020202020204" pitchFamily="34" charset="0"/>
                <a:cs typeface="Arial" panose="020B0604020202020204" pitchFamily="34" charset="0"/>
              </a:rPr>
              <a:t>name</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a:t>
            </a:r>
            <a:r>
              <a:rPr lang="ru-RU" sz="1600" dirty="0">
                <a:latin typeface="Arial" panose="020B0604020202020204" pitchFamily="34" charset="0"/>
                <a:cs typeface="Arial" panose="020B0604020202020204" pitchFamily="34" charset="0"/>
              </a:rPr>
              <a:t> имя формы</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GB" sz="1600" dirty="0" err="1">
                <a:latin typeface="Arial" panose="020B0604020202020204" pitchFamily="34" charset="0"/>
                <a:cs typeface="Arial" panose="020B0604020202020204" pitchFamily="34" charset="0"/>
              </a:rPr>
              <a:t>novalidate</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a:t>
            </a:r>
            <a:r>
              <a:rPr lang="ru-RU"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Boolean </a:t>
            </a:r>
            <a:r>
              <a:rPr lang="ru-RU" sz="1600" dirty="0">
                <a:latin typeface="Arial" panose="020B0604020202020204" pitchFamily="34" charset="0"/>
                <a:cs typeface="Arial" panose="020B0604020202020204" pitchFamily="34" charset="0"/>
              </a:rPr>
              <a:t>атрибут показывает, что форма не проверяется на </a:t>
            </a:r>
            <a:r>
              <a:rPr lang="ru-RU" sz="1600" dirty="0" err="1">
                <a:latin typeface="Arial" panose="020B0604020202020204" pitchFamily="34" charset="0"/>
                <a:cs typeface="Arial" panose="020B0604020202020204" pitchFamily="34" charset="0"/>
              </a:rPr>
              <a:t>валидность</a:t>
            </a:r>
            <a:endParaRPr lang="en-GB" sz="16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en-US" sz="1600" dirty="0">
                <a:latin typeface="Arial" panose="020B0604020202020204" pitchFamily="34" charset="0"/>
                <a:cs typeface="Arial" panose="020B0604020202020204" pitchFamily="34" charset="0"/>
              </a:rPr>
              <a:t>t</a:t>
            </a:r>
            <a:r>
              <a:rPr lang="en-GB" sz="1600" dirty="0" err="1">
                <a:latin typeface="Arial" panose="020B0604020202020204" pitchFamily="34" charset="0"/>
                <a:cs typeface="Arial" panose="020B0604020202020204" pitchFamily="34" charset="0"/>
              </a:rPr>
              <a:t>arget</a:t>
            </a:r>
            <a:r>
              <a:rPr lang="en-GB" sz="1600" dirty="0">
                <a:latin typeface="Arial" panose="020B0604020202020204" pitchFamily="34" charset="0"/>
                <a:cs typeface="Arial" panose="020B0604020202020204" pitchFamily="34" charset="0"/>
              </a:rPr>
              <a:t> – </a:t>
            </a:r>
            <a:r>
              <a:rPr lang="ru-RU" sz="1600" dirty="0">
                <a:latin typeface="Arial" panose="020B0604020202020204" pitchFamily="34" charset="0"/>
                <a:cs typeface="Arial" panose="020B0604020202020204" pitchFamily="34" charset="0"/>
              </a:rPr>
              <a:t>ключевое слово, показывающее где отображать ответ, который будет получен, после отправки формы</a:t>
            </a:r>
            <a:r>
              <a:rPr lang="en-US" sz="1600"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_self, _blank, _parent, _top)</a:t>
            </a:r>
            <a:endParaRPr lang="ru-RU" sz="1600" dirty="0">
              <a:latin typeface="Arial" panose="020B0604020202020204" pitchFamily="34" charset="0"/>
              <a:cs typeface="Arial" panose="020B0604020202020204" pitchFamily="34" charset="0"/>
            </a:endParaRPr>
          </a:p>
          <a:p>
            <a:pPr algn="just">
              <a:lnSpc>
                <a:spcPct val="150000"/>
              </a:lnSpc>
            </a:pPr>
            <a:endParaRPr lang="ru-RU"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0732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r>
              <a:rPr lang="ru-RU" b="1" dirty="0"/>
              <a:t>Поля ввода </a:t>
            </a:r>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30</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pic>
        <p:nvPicPr>
          <p:cNvPr id="10" name="Content Placeholder 9">
            <a:extLst>
              <a:ext uri="{FF2B5EF4-FFF2-40B4-BE49-F238E27FC236}">
                <a16:creationId xmlns:a16="http://schemas.microsoft.com/office/drawing/2014/main" id="{4CA2FBDA-5F0F-3446-8C3F-409BF64371FD}"/>
              </a:ext>
            </a:extLst>
          </p:cNvPr>
          <p:cNvPicPr>
            <a:picLocks noGrp="1" noChangeAspect="1"/>
          </p:cNvPicPr>
          <p:nvPr>
            <p:ph sz="quarter" idx="18"/>
          </p:nvPr>
        </p:nvPicPr>
        <p:blipFill>
          <a:blip r:embed="rId3"/>
          <a:stretch>
            <a:fillRect/>
          </a:stretch>
        </p:blipFill>
        <p:spPr>
          <a:xfrm>
            <a:off x="4745035" y="1507224"/>
            <a:ext cx="2990688" cy="4852988"/>
          </a:xfrm>
          <a:prstGeom prst="rect">
            <a:avLst/>
          </a:prstGeom>
        </p:spPr>
      </p:pic>
    </p:spTree>
    <p:extLst>
      <p:ext uri="{BB962C8B-B14F-4D97-AF65-F5344CB8AC3E}">
        <p14:creationId xmlns:p14="http://schemas.microsoft.com/office/powerpoint/2010/main" val="2090353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31</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4" name="Content Placeholder 3">
            <a:extLst>
              <a:ext uri="{FF2B5EF4-FFF2-40B4-BE49-F238E27FC236}">
                <a16:creationId xmlns:a16="http://schemas.microsoft.com/office/drawing/2014/main" id="{F0E9FFA3-E7FC-0140-9E25-542E024C31B3}"/>
              </a:ext>
            </a:extLst>
          </p:cNvPr>
          <p:cNvSpPr>
            <a:spLocks noGrp="1"/>
          </p:cNvSpPr>
          <p:nvPr>
            <p:ph sz="quarter" idx="18"/>
          </p:nvPr>
        </p:nvSpPr>
        <p:spPr/>
        <p:txBody>
          <a:bodyPr/>
          <a:lstStyle/>
          <a:p>
            <a:endParaRPr lang="en-RU"/>
          </a:p>
        </p:txBody>
      </p:sp>
      <p:pic>
        <p:nvPicPr>
          <p:cNvPr id="11" name="Picture 10">
            <a:extLst>
              <a:ext uri="{FF2B5EF4-FFF2-40B4-BE49-F238E27FC236}">
                <a16:creationId xmlns:a16="http://schemas.microsoft.com/office/drawing/2014/main" id="{293A1946-2E48-444C-BA46-270E1C1DF1B6}"/>
              </a:ext>
            </a:extLst>
          </p:cNvPr>
          <p:cNvPicPr>
            <a:picLocks noChangeAspect="1"/>
          </p:cNvPicPr>
          <p:nvPr/>
        </p:nvPicPr>
        <p:blipFill>
          <a:blip r:embed="rId3"/>
          <a:stretch>
            <a:fillRect/>
          </a:stretch>
        </p:blipFill>
        <p:spPr>
          <a:xfrm>
            <a:off x="3470338" y="1729167"/>
            <a:ext cx="5854700" cy="2463801"/>
          </a:xfrm>
          <a:prstGeom prst="rect">
            <a:avLst/>
          </a:prstGeom>
        </p:spPr>
      </p:pic>
      <p:pic>
        <p:nvPicPr>
          <p:cNvPr id="12" name="Picture 11">
            <a:extLst>
              <a:ext uri="{FF2B5EF4-FFF2-40B4-BE49-F238E27FC236}">
                <a16:creationId xmlns:a16="http://schemas.microsoft.com/office/drawing/2014/main" id="{CE0183F2-4AA3-044D-BAF4-77CAC48411D5}"/>
              </a:ext>
            </a:extLst>
          </p:cNvPr>
          <p:cNvPicPr>
            <a:picLocks noChangeAspect="1"/>
          </p:cNvPicPr>
          <p:nvPr/>
        </p:nvPicPr>
        <p:blipFill>
          <a:blip r:embed="rId4"/>
          <a:stretch>
            <a:fillRect/>
          </a:stretch>
        </p:blipFill>
        <p:spPr>
          <a:xfrm>
            <a:off x="5083238" y="4455962"/>
            <a:ext cx="2628900" cy="1371600"/>
          </a:xfrm>
          <a:prstGeom prst="rect">
            <a:avLst/>
          </a:prstGeom>
          <a:ln>
            <a:solidFill>
              <a:schemeClr val="tx1"/>
            </a:solidFill>
          </a:ln>
        </p:spPr>
      </p:pic>
    </p:spTree>
    <p:extLst>
      <p:ext uri="{BB962C8B-B14F-4D97-AF65-F5344CB8AC3E}">
        <p14:creationId xmlns:p14="http://schemas.microsoft.com/office/powerpoint/2010/main" val="3623530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32</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567ECCB-63D8-7E49-9597-83D7971BDEB6}"/>
              </a:ext>
            </a:extLst>
          </p:cNvPr>
          <p:cNvPicPr>
            <a:picLocks noChangeAspect="1"/>
          </p:cNvPicPr>
          <p:nvPr/>
        </p:nvPicPr>
        <p:blipFill>
          <a:blip r:embed="rId3"/>
          <a:stretch>
            <a:fillRect/>
          </a:stretch>
        </p:blipFill>
        <p:spPr>
          <a:xfrm>
            <a:off x="3057094" y="1694880"/>
            <a:ext cx="6502401" cy="2463801"/>
          </a:xfrm>
          <a:prstGeom prst="rect">
            <a:avLst/>
          </a:prstGeom>
        </p:spPr>
      </p:pic>
      <p:pic>
        <p:nvPicPr>
          <p:cNvPr id="11" name="Picture 10">
            <a:extLst>
              <a:ext uri="{FF2B5EF4-FFF2-40B4-BE49-F238E27FC236}">
                <a16:creationId xmlns:a16="http://schemas.microsoft.com/office/drawing/2014/main" id="{192D748D-F224-F941-BEE0-656B2E6F47E3}"/>
              </a:ext>
            </a:extLst>
          </p:cNvPr>
          <p:cNvPicPr>
            <a:picLocks noChangeAspect="1"/>
          </p:cNvPicPr>
          <p:nvPr/>
        </p:nvPicPr>
        <p:blipFill>
          <a:blip r:embed="rId4"/>
          <a:stretch>
            <a:fillRect/>
          </a:stretch>
        </p:blipFill>
        <p:spPr>
          <a:xfrm>
            <a:off x="5031945" y="4571363"/>
            <a:ext cx="2552700" cy="1244600"/>
          </a:xfrm>
          <a:prstGeom prst="rect">
            <a:avLst/>
          </a:prstGeom>
          <a:ln>
            <a:solidFill>
              <a:schemeClr val="tx1"/>
            </a:solidFill>
          </a:ln>
        </p:spPr>
      </p:pic>
    </p:spTree>
    <p:extLst>
      <p:ext uri="{BB962C8B-B14F-4D97-AF65-F5344CB8AC3E}">
        <p14:creationId xmlns:p14="http://schemas.microsoft.com/office/powerpoint/2010/main" val="1521121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33</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CFF48B71-551A-8C48-9405-B0D87E439C2E}"/>
              </a:ext>
            </a:extLst>
          </p:cNvPr>
          <p:cNvPicPr>
            <a:picLocks noChangeAspect="1"/>
          </p:cNvPicPr>
          <p:nvPr/>
        </p:nvPicPr>
        <p:blipFill>
          <a:blip r:embed="rId3"/>
          <a:stretch>
            <a:fillRect/>
          </a:stretch>
        </p:blipFill>
        <p:spPr>
          <a:xfrm>
            <a:off x="226484" y="2391325"/>
            <a:ext cx="8001000" cy="2692400"/>
          </a:xfrm>
          <a:prstGeom prst="rect">
            <a:avLst/>
          </a:prstGeom>
        </p:spPr>
      </p:pic>
      <p:pic>
        <p:nvPicPr>
          <p:cNvPr id="13" name="Picture 12">
            <a:extLst>
              <a:ext uri="{FF2B5EF4-FFF2-40B4-BE49-F238E27FC236}">
                <a16:creationId xmlns:a16="http://schemas.microsoft.com/office/drawing/2014/main" id="{E019DAF6-93F5-3242-9E05-734FE05805B1}"/>
              </a:ext>
            </a:extLst>
          </p:cNvPr>
          <p:cNvPicPr>
            <a:picLocks noChangeAspect="1"/>
          </p:cNvPicPr>
          <p:nvPr/>
        </p:nvPicPr>
        <p:blipFill>
          <a:blip r:embed="rId4"/>
          <a:stretch>
            <a:fillRect/>
          </a:stretch>
        </p:blipFill>
        <p:spPr>
          <a:xfrm>
            <a:off x="8807186" y="2835825"/>
            <a:ext cx="2578100" cy="1803400"/>
          </a:xfrm>
          <a:prstGeom prst="rect">
            <a:avLst/>
          </a:prstGeom>
          <a:ln>
            <a:solidFill>
              <a:schemeClr val="tx1"/>
            </a:solidFill>
          </a:ln>
        </p:spPr>
      </p:pic>
    </p:spTree>
    <p:extLst>
      <p:ext uri="{BB962C8B-B14F-4D97-AF65-F5344CB8AC3E}">
        <p14:creationId xmlns:p14="http://schemas.microsoft.com/office/powerpoint/2010/main" val="40710905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34</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D74EBA7F-796F-764E-8EE1-DDF8CFABEC5A}"/>
              </a:ext>
            </a:extLst>
          </p:cNvPr>
          <p:cNvPicPr>
            <a:picLocks noChangeAspect="1"/>
          </p:cNvPicPr>
          <p:nvPr/>
        </p:nvPicPr>
        <p:blipFill>
          <a:blip r:embed="rId3"/>
          <a:stretch>
            <a:fillRect/>
          </a:stretch>
        </p:blipFill>
        <p:spPr>
          <a:xfrm>
            <a:off x="341431" y="2229658"/>
            <a:ext cx="8001000" cy="2933701"/>
          </a:xfrm>
          <a:prstGeom prst="rect">
            <a:avLst/>
          </a:prstGeom>
        </p:spPr>
      </p:pic>
      <p:pic>
        <p:nvPicPr>
          <p:cNvPr id="15" name="Picture 14">
            <a:extLst>
              <a:ext uri="{FF2B5EF4-FFF2-40B4-BE49-F238E27FC236}">
                <a16:creationId xmlns:a16="http://schemas.microsoft.com/office/drawing/2014/main" id="{2E5CCD93-D463-3E47-BA71-24453B67A8ED}"/>
              </a:ext>
            </a:extLst>
          </p:cNvPr>
          <p:cNvPicPr>
            <a:picLocks noChangeAspect="1"/>
          </p:cNvPicPr>
          <p:nvPr/>
        </p:nvPicPr>
        <p:blipFill>
          <a:blip r:embed="rId4"/>
          <a:stretch>
            <a:fillRect/>
          </a:stretch>
        </p:blipFill>
        <p:spPr>
          <a:xfrm>
            <a:off x="8599489" y="2801158"/>
            <a:ext cx="2717800" cy="1790700"/>
          </a:xfrm>
          <a:prstGeom prst="rect">
            <a:avLst/>
          </a:prstGeom>
          <a:ln>
            <a:solidFill>
              <a:schemeClr val="tx1"/>
            </a:solidFill>
          </a:ln>
        </p:spPr>
      </p:pic>
    </p:spTree>
    <p:extLst>
      <p:ext uri="{BB962C8B-B14F-4D97-AF65-F5344CB8AC3E}">
        <p14:creationId xmlns:p14="http://schemas.microsoft.com/office/powerpoint/2010/main" val="585277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35</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4BCD8949-892A-6047-91B3-98FC3DD1B54B}"/>
              </a:ext>
            </a:extLst>
          </p:cNvPr>
          <p:cNvPicPr>
            <a:picLocks noChangeAspect="1"/>
          </p:cNvPicPr>
          <p:nvPr/>
        </p:nvPicPr>
        <p:blipFill>
          <a:blip r:embed="rId3"/>
          <a:stretch>
            <a:fillRect/>
          </a:stretch>
        </p:blipFill>
        <p:spPr>
          <a:xfrm>
            <a:off x="336287" y="2229658"/>
            <a:ext cx="7251700" cy="2933700"/>
          </a:xfrm>
          <a:prstGeom prst="rect">
            <a:avLst/>
          </a:prstGeom>
        </p:spPr>
      </p:pic>
      <p:pic>
        <p:nvPicPr>
          <p:cNvPr id="11" name="Picture 10">
            <a:extLst>
              <a:ext uri="{FF2B5EF4-FFF2-40B4-BE49-F238E27FC236}">
                <a16:creationId xmlns:a16="http://schemas.microsoft.com/office/drawing/2014/main" id="{6D68E148-EA9E-8E44-BD9E-3F299D30912B}"/>
              </a:ext>
            </a:extLst>
          </p:cNvPr>
          <p:cNvPicPr>
            <a:picLocks noChangeAspect="1"/>
          </p:cNvPicPr>
          <p:nvPr/>
        </p:nvPicPr>
        <p:blipFill>
          <a:blip r:embed="rId4"/>
          <a:stretch>
            <a:fillRect/>
          </a:stretch>
        </p:blipFill>
        <p:spPr>
          <a:xfrm>
            <a:off x="9188336" y="3139067"/>
            <a:ext cx="1447800" cy="914400"/>
          </a:xfrm>
          <a:prstGeom prst="rect">
            <a:avLst/>
          </a:prstGeom>
          <a:ln>
            <a:solidFill>
              <a:schemeClr val="tx1"/>
            </a:solidFill>
          </a:ln>
        </p:spPr>
      </p:pic>
    </p:spTree>
    <p:extLst>
      <p:ext uri="{BB962C8B-B14F-4D97-AF65-F5344CB8AC3E}">
        <p14:creationId xmlns:p14="http://schemas.microsoft.com/office/powerpoint/2010/main" val="3744866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36</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93C55606-C523-714D-9E73-3468F3859487}"/>
              </a:ext>
            </a:extLst>
          </p:cNvPr>
          <p:cNvPicPr>
            <a:picLocks noChangeAspect="1"/>
          </p:cNvPicPr>
          <p:nvPr/>
        </p:nvPicPr>
        <p:blipFill>
          <a:blip r:embed="rId3"/>
          <a:stretch>
            <a:fillRect/>
          </a:stretch>
        </p:blipFill>
        <p:spPr>
          <a:xfrm>
            <a:off x="859486" y="2229659"/>
            <a:ext cx="5854700" cy="2933700"/>
          </a:xfrm>
          <a:prstGeom prst="rect">
            <a:avLst/>
          </a:prstGeom>
        </p:spPr>
      </p:pic>
      <p:pic>
        <p:nvPicPr>
          <p:cNvPr id="13" name="Picture 12">
            <a:extLst>
              <a:ext uri="{FF2B5EF4-FFF2-40B4-BE49-F238E27FC236}">
                <a16:creationId xmlns:a16="http://schemas.microsoft.com/office/drawing/2014/main" id="{BADD9D5A-1485-354C-93CF-39C55E14E7A9}"/>
              </a:ext>
            </a:extLst>
          </p:cNvPr>
          <p:cNvPicPr>
            <a:picLocks noChangeAspect="1"/>
          </p:cNvPicPr>
          <p:nvPr/>
        </p:nvPicPr>
        <p:blipFill>
          <a:blip r:embed="rId4"/>
          <a:stretch>
            <a:fillRect/>
          </a:stretch>
        </p:blipFill>
        <p:spPr>
          <a:xfrm>
            <a:off x="9023237" y="3220259"/>
            <a:ext cx="1536699" cy="952500"/>
          </a:xfrm>
          <a:prstGeom prst="rect">
            <a:avLst/>
          </a:prstGeom>
          <a:ln>
            <a:solidFill>
              <a:schemeClr val="tx1"/>
            </a:solidFill>
          </a:ln>
        </p:spPr>
      </p:pic>
    </p:spTree>
    <p:extLst>
      <p:ext uri="{BB962C8B-B14F-4D97-AF65-F5344CB8AC3E}">
        <p14:creationId xmlns:p14="http://schemas.microsoft.com/office/powerpoint/2010/main" val="1452289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37</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BE4783E-69BD-0645-8F14-90983CFDFB67}"/>
              </a:ext>
            </a:extLst>
          </p:cNvPr>
          <p:cNvPicPr>
            <a:picLocks noChangeAspect="1"/>
          </p:cNvPicPr>
          <p:nvPr/>
        </p:nvPicPr>
        <p:blipFill>
          <a:blip r:embed="rId3"/>
          <a:stretch>
            <a:fillRect/>
          </a:stretch>
        </p:blipFill>
        <p:spPr>
          <a:xfrm>
            <a:off x="226484" y="2229658"/>
            <a:ext cx="7886700" cy="2933701"/>
          </a:xfrm>
          <a:prstGeom prst="rect">
            <a:avLst/>
          </a:prstGeom>
        </p:spPr>
      </p:pic>
      <p:pic>
        <p:nvPicPr>
          <p:cNvPr id="11" name="Picture 10">
            <a:extLst>
              <a:ext uri="{FF2B5EF4-FFF2-40B4-BE49-F238E27FC236}">
                <a16:creationId xmlns:a16="http://schemas.microsoft.com/office/drawing/2014/main" id="{954C5999-22B7-0C4D-B713-32108426B94A}"/>
              </a:ext>
            </a:extLst>
          </p:cNvPr>
          <p:cNvPicPr>
            <a:picLocks noChangeAspect="1"/>
          </p:cNvPicPr>
          <p:nvPr/>
        </p:nvPicPr>
        <p:blipFill>
          <a:blip r:embed="rId4"/>
          <a:stretch>
            <a:fillRect/>
          </a:stretch>
        </p:blipFill>
        <p:spPr>
          <a:xfrm>
            <a:off x="8802689" y="3220258"/>
            <a:ext cx="2514600" cy="952500"/>
          </a:xfrm>
          <a:prstGeom prst="rect">
            <a:avLst/>
          </a:prstGeom>
          <a:ln>
            <a:solidFill>
              <a:schemeClr val="tx1"/>
            </a:solidFill>
          </a:ln>
        </p:spPr>
      </p:pic>
    </p:spTree>
    <p:extLst>
      <p:ext uri="{BB962C8B-B14F-4D97-AF65-F5344CB8AC3E}">
        <p14:creationId xmlns:p14="http://schemas.microsoft.com/office/powerpoint/2010/main" val="1534263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38</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2E5D459C-03AC-8445-9F9D-65402447985D}"/>
              </a:ext>
            </a:extLst>
          </p:cNvPr>
          <p:cNvPicPr>
            <a:picLocks noChangeAspect="1"/>
          </p:cNvPicPr>
          <p:nvPr/>
        </p:nvPicPr>
        <p:blipFill>
          <a:blip r:embed="rId3"/>
          <a:stretch>
            <a:fillRect/>
          </a:stretch>
        </p:blipFill>
        <p:spPr>
          <a:xfrm>
            <a:off x="5420677" y="4410092"/>
            <a:ext cx="1752600" cy="520700"/>
          </a:xfrm>
          <a:prstGeom prst="rect">
            <a:avLst/>
          </a:prstGeom>
          <a:ln>
            <a:solidFill>
              <a:schemeClr val="tx1"/>
            </a:solidFill>
          </a:ln>
        </p:spPr>
      </p:pic>
      <p:pic>
        <p:nvPicPr>
          <p:cNvPr id="13" name="Picture 12">
            <a:extLst>
              <a:ext uri="{FF2B5EF4-FFF2-40B4-BE49-F238E27FC236}">
                <a16:creationId xmlns:a16="http://schemas.microsoft.com/office/drawing/2014/main" id="{F1B4B17C-88B2-5B46-B7E8-1C39BE763B27}"/>
              </a:ext>
            </a:extLst>
          </p:cNvPr>
          <p:cNvPicPr>
            <a:picLocks noChangeAspect="1"/>
          </p:cNvPicPr>
          <p:nvPr/>
        </p:nvPicPr>
        <p:blipFill>
          <a:blip r:embed="rId4"/>
          <a:stretch>
            <a:fillRect/>
          </a:stretch>
        </p:blipFill>
        <p:spPr>
          <a:xfrm>
            <a:off x="2483427" y="2438805"/>
            <a:ext cx="7623629" cy="1490171"/>
          </a:xfrm>
          <a:prstGeom prst="rect">
            <a:avLst/>
          </a:prstGeom>
        </p:spPr>
      </p:pic>
    </p:spTree>
    <p:extLst>
      <p:ext uri="{BB962C8B-B14F-4D97-AF65-F5344CB8AC3E}">
        <p14:creationId xmlns:p14="http://schemas.microsoft.com/office/powerpoint/2010/main" val="26188416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39</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297969F3-781E-DB48-8878-E704F00BFF89}"/>
              </a:ext>
            </a:extLst>
          </p:cNvPr>
          <p:cNvPicPr>
            <a:picLocks noChangeAspect="1"/>
          </p:cNvPicPr>
          <p:nvPr/>
        </p:nvPicPr>
        <p:blipFill>
          <a:blip r:embed="rId3"/>
          <a:stretch>
            <a:fillRect/>
          </a:stretch>
        </p:blipFill>
        <p:spPr>
          <a:xfrm>
            <a:off x="4141673" y="3237191"/>
            <a:ext cx="3908125" cy="3244632"/>
          </a:xfrm>
          <a:prstGeom prst="rect">
            <a:avLst/>
          </a:prstGeom>
          <a:ln>
            <a:solidFill>
              <a:schemeClr val="tx1"/>
            </a:solidFill>
          </a:ln>
        </p:spPr>
      </p:pic>
      <p:pic>
        <p:nvPicPr>
          <p:cNvPr id="11" name="Picture 10">
            <a:extLst>
              <a:ext uri="{FF2B5EF4-FFF2-40B4-BE49-F238E27FC236}">
                <a16:creationId xmlns:a16="http://schemas.microsoft.com/office/drawing/2014/main" id="{F56DFDAE-3461-514F-B0C4-FCF3F5D8FBB8}"/>
              </a:ext>
            </a:extLst>
          </p:cNvPr>
          <p:cNvPicPr>
            <a:picLocks noChangeAspect="1"/>
          </p:cNvPicPr>
          <p:nvPr/>
        </p:nvPicPr>
        <p:blipFill>
          <a:blip r:embed="rId4"/>
          <a:stretch>
            <a:fillRect/>
          </a:stretch>
        </p:blipFill>
        <p:spPr>
          <a:xfrm>
            <a:off x="3182229" y="1290375"/>
            <a:ext cx="5827011" cy="1664861"/>
          </a:xfrm>
          <a:prstGeom prst="rect">
            <a:avLst/>
          </a:prstGeom>
        </p:spPr>
      </p:pic>
    </p:spTree>
    <p:extLst>
      <p:ext uri="{BB962C8B-B14F-4D97-AF65-F5344CB8AC3E}">
        <p14:creationId xmlns:p14="http://schemas.microsoft.com/office/powerpoint/2010/main" val="9797858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40</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6D94397B-1E46-754F-B30C-4D7A40B50329}"/>
              </a:ext>
            </a:extLst>
          </p:cNvPr>
          <p:cNvPicPr>
            <a:picLocks noChangeAspect="1"/>
          </p:cNvPicPr>
          <p:nvPr/>
        </p:nvPicPr>
        <p:blipFill>
          <a:blip r:embed="rId3"/>
          <a:stretch>
            <a:fillRect/>
          </a:stretch>
        </p:blipFill>
        <p:spPr>
          <a:xfrm>
            <a:off x="4597752" y="3599953"/>
            <a:ext cx="3348904" cy="2319499"/>
          </a:xfrm>
          <a:prstGeom prst="rect">
            <a:avLst/>
          </a:prstGeom>
          <a:ln>
            <a:solidFill>
              <a:schemeClr val="tx1"/>
            </a:solidFill>
          </a:ln>
        </p:spPr>
      </p:pic>
      <p:pic>
        <p:nvPicPr>
          <p:cNvPr id="13" name="Picture 12">
            <a:extLst>
              <a:ext uri="{FF2B5EF4-FFF2-40B4-BE49-F238E27FC236}">
                <a16:creationId xmlns:a16="http://schemas.microsoft.com/office/drawing/2014/main" id="{68748D0B-10C6-8142-8524-DC2362DAAE14}"/>
              </a:ext>
            </a:extLst>
          </p:cNvPr>
          <p:cNvPicPr>
            <a:picLocks noChangeAspect="1"/>
          </p:cNvPicPr>
          <p:nvPr/>
        </p:nvPicPr>
        <p:blipFill>
          <a:blip r:embed="rId4"/>
          <a:stretch>
            <a:fillRect/>
          </a:stretch>
        </p:blipFill>
        <p:spPr>
          <a:xfrm>
            <a:off x="3066863" y="1578297"/>
            <a:ext cx="6410679" cy="1850703"/>
          </a:xfrm>
          <a:prstGeom prst="rect">
            <a:avLst/>
          </a:prstGeom>
        </p:spPr>
      </p:pic>
    </p:spTree>
    <p:extLst>
      <p:ext uri="{BB962C8B-B14F-4D97-AF65-F5344CB8AC3E}">
        <p14:creationId xmlns:p14="http://schemas.microsoft.com/office/powerpoint/2010/main" val="4906775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41</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69D31EC5-424C-A449-B631-ADDCD03178CF}"/>
              </a:ext>
            </a:extLst>
          </p:cNvPr>
          <p:cNvPicPr>
            <a:picLocks noChangeAspect="1"/>
          </p:cNvPicPr>
          <p:nvPr/>
        </p:nvPicPr>
        <p:blipFill>
          <a:blip r:embed="rId3"/>
          <a:stretch>
            <a:fillRect/>
          </a:stretch>
        </p:blipFill>
        <p:spPr>
          <a:xfrm>
            <a:off x="3072449" y="4661266"/>
            <a:ext cx="6108700" cy="927100"/>
          </a:xfrm>
          <a:prstGeom prst="rect">
            <a:avLst/>
          </a:prstGeom>
          <a:ln>
            <a:solidFill>
              <a:schemeClr val="tx1"/>
            </a:solidFill>
          </a:ln>
        </p:spPr>
      </p:pic>
      <p:pic>
        <p:nvPicPr>
          <p:cNvPr id="11" name="Picture 10">
            <a:extLst>
              <a:ext uri="{FF2B5EF4-FFF2-40B4-BE49-F238E27FC236}">
                <a16:creationId xmlns:a16="http://schemas.microsoft.com/office/drawing/2014/main" id="{85C9D2BB-231E-3A4B-8523-B1A68EEB208D}"/>
              </a:ext>
            </a:extLst>
          </p:cNvPr>
          <p:cNvPicPr>
            <a:picLocks noChangeAspect="1"/>
          </p:cNvPicPr>
          <p:nvPr/>
        </p:nvPicPr>
        <p:blipFill>
          <a:blip r:embed="rId4"/>
          <a:stretch>
            <a:fillRect/>
          </a:stretch>
        </p:blipFill>
        <p:spPr>
          <a:xfrm>
            <a:off x="2411562" y="2159105"/>
            <a:ext cx="7683499" cy="1981199"/>
          </a:xfrm>
          <a:prstGeom prst="rect">
            <a:avLst/>
          </a:prstGeom>
        </p:spPr>
      </p:pic>
    </p:spTree>
    <p:extLst>
      <p:ext uri="{BB962C8B-B14F-4D97-AF65-F5344CB8AC3E}">
        <p14:creationId xmlns:p14="http://schemas.microsoft.com/office/powerpoint/2010/main" val="20019308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42</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894EE60E-CEE5-0D4F-875D-1950F56E8173}"/>
              </a:ext>
            </a:extLst>
          </p:cNvPr>
          <p:cNvPicPr>
            <a:picLocks noChangeAspect="1"/>
          </p:cNvPicPr>
          <p:nvPr/>
        </p:nvPicPr>
        <p:blipFill>
          <a:blip r:embed="rId3"/>
          <a:stretch>
            <a:fillRect/>
          </a:stretch>
        </p:blipFill>
        <p:spPr>
          <a:xfrm>
            <a:off x="3544395" y="3524224"/>
            <a:ext cx="5278003" cy="2444470"/>
          </a:xfrm>
          <a:prstGeom prst="rect">
            <a:avLst/>
          </a:prstGeom>
          <a:ln>
            <a:solidFill>
              <a:schemeClr val="tx1"/>
            </a:solidFill>
          </a:ln>
        </p:spPr>
      </p:pic>
      <p:pic>
        <p:nvPicPr>
          <p:cNvPr id="13" name="Picture 12">
            <a:extLst>
              <a:ext uri="{FF2B5EF4-FFF2-40B4-BE49-F238E27FC236}">
                <a16:creationId xmlns:a16="http://schemas.microsoft.com/office/drawing/2014/main" id="{76C23A36-5589-A34A-9A78-75597F08C8CC}"/>
              </a:ext>
            </a:extLst>
          </p:cNvPr>
          <p:cNvPicPr>
            <a:picLocks noChangeAspect="1"/>
          </p:cNvPicPr>
          <p:nvPr/>
        </p:nvPicPr>
        <p:blipFill>
          <a:blip r:embed="rId4"/>
          <a:stretch>
            <a:fillRect/>
          </a:stretch>
        </p:blipFill>
        <p:spPr>
          <a:xfrm>
            <a:off x="3363996" y="1447801"/>
            <a:ext cx="5638800" cy="1981199"/>
          </a:xfrm>
          <a:prstGeom prst="rect">
            <a:avLst/>
          </a:prstGeom>
        </p:spPr>
      </p:pic>
    </p:spTree>
    <p:extLst>
      <p:ext uri="{BB962C8B-B14F-4D97-AF65-F5344CB8AC3E}">
        <p14:creationId xmlns:p14="http://schemas.microsoft.com/office/powerpoint/2010/main" val="4064348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43</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6FF487CA-5F10-4646-8DAE-87DCEEC41B13}"/>
              </a:ext>
            </a:extLst>
          </p:cNvPr>
          <p:cNvPicPr>
            <a:picLocks noChangeAspect="1"/>
          </p:cNvPicPr>
          <p:nvPr/>
        </p:nvPicPr>
        <p:blipFill>
          <a:blip r:embed="rId3"/>
          <a:stretch>
            <a:fillRect/>
          </a:stretch>
        </p:blipFill>
        <p:spPr>
          <a:xfrm>
            <a:off x="4431640" y="4666974"/>
            <a:ext cx="2971800" cy="634999"/>
          </a:xfrm>
          <a:prstGeom prst="rect">
            <a:avLst/>
          </a:prstGeom>
          <a:ln>
            <a:solidFill>
              <a:schemeClr val="tx1"/>
            </a:solidFill>
          </a:ln>
        </p:spPr>
      </p:pic>
      <p:pic>
        <p:nvPicPr>
          <p:cNvPr id="11" name="Picture 10">
            <a:extLst>
              <a:ext uri="{FF2B5EF4-FFF2-40B4-BE49-F238E27FC236}">
                <a16:creationId xmlns:a16="http://schemas.microsoft.com/office/drawing/2014/main" id="{F77824F1-38E5-0949-9E17-F253B4A2677B}"/>
              </a:ext>
            </a:extLst>
          </p:cNvPr>
          <p:cNvPicPr>
            <a:picLocks noChangeAspect="1"/>
          </p:cNvPicPr>
          <p:nvPr/>
        </p:nvPicPr>
        <p:blipFill>
          <a:blip r:embed="rId4"/>
          <a:stretch>
            <a:fillRect/>
          </a:stretch>
        </p:blipFill>
        <p:spPr>
          <a:xfrm>
            <a:off x="2095500" y="2055883"/>
            <a:ext cx="8001000" cy="1981199"/>
          </a:xfrm>
          <a:prstGeom prst="rect">
            <a:avLst/>
          </a:prstGeom>
        </p:spPr>
      </p:pic>
    </p:spTree>
    <p:extLst>
      <p:ext uri="{BB962C8B-B14F-4D97-AF65-F5344CB8AC3E}">
        <p14:creationId xmlns:p14="http://schemas.microsoft.com/office/powerpoint/2010/main" val="28540857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44</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38A0E7E9-6E84-6640-A881-DCAC1584DC17}"/>
              </a:ext>
            </a:extLst>
          </p:cNvPr>
          <p:cNvPicPr>
            <a:picLocks noChangeAspect="1"/>
          </p:cNvPicPr>
          <p:nvPr/>
        </p:nvPicPr>
        <p:blipFill>
          <a:blip r:embed="rId3"/>
          <a:stretch>
            <a:fillRect/>
          </a:stretch>
        </p:blipFill>
        <p:spPr>
          <a:xfrm>
            <a:off x="2626836" y="2156216"/>
            <a:ext cx="6938328" cy="1480683"/>
          </a:xfrm>
          <a:prstGeom prst="rect">
            <a:avLst/>
          </a:prstGeom>
        </p:spPr>
      </p:pic>
      <p:pic>
        <p:nvPicPr>
          <p:cNvPr id="13" name="Picture 12">
            <a:extLst>
              <a:ext uri="{FF2B5EF4-FFF2-40B4-BE49-F238E27FC236}">
                <a16:creationId xmlns:a16="http://schemas.microsoft.com/office/drawing/2014/main" id="{D36E5D03-5F6F-2645-A82F-532C4518856D}"/>
              </a:ext>
            </a:extLst>
          </p:cNvPr>
          <p:cNvPicPr>
            <a:picLocks noChangeAspect="1"/>
          </p:cNvPicPr>
          <p:nvPr/>
        </p:nvPicPr>
        <p:blipFill>
          <a:blip r:embed="rId4"/>
          <a:stretch>
            <a:fillRect/>
          </a:stretch>
        </p:blipFill>
        <p:spPr>
          <a:xfrm>
            <a:off x="3301998" y="3950066"/>
            <a:ext cx="5588001" cy="1638300"/>
          </a:xfrm>
          <a:prstGeom prst="rect">
            <a:avLst/>
          </a:prstGeom>
          <a:ln>
            <a:solidFill>
              <a:schemeClr val="tx1"/>
            </a:solidFill>
          </a:ln>
        </p:spPr>
      </p:pic>
    </p:spTree>
    <p:extLst>
      <p:ext uri="{BB962C8B-B14F-4D97-AF65-F5344CB8AC3E}">
        <p14:creationId xmlns:p14="http://schemas.microsoft.com/office/powerpoint/2010/main" val="7090708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45</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marL="342900" indent="-342900">
              <a:lnSpc>
                <a:spcPct val="150000"/>
              </a:lnSpc>
              <a:buFont typeface="+mj-lt"/>
              <a:buAutoNum type="arabicPeriod"/>
            </a:pPr>
            <a:r>
              <a:rPr lang="en-GB" sz="1600" dirty="0">
                <a:latin typeface="Arial" panose="020B0604020202020204" pitchFamily="34" charset="0"/>
                <a:cs typeface="Arial" panose="020B0604020202020204" pitchFamily="34" charset="0"/>
              </a:rPr>
              <a:t>required: </a:t>
            </a:r>
            <a:r>
              <a:rPr lang="ru-RU" sz="1600" dirty="0">
                <a:latin typeface="Arial" panose="020B0604020202020204" pitchFamily="34" charset="0"/>
                <a:cs typeface="Arial" panose="020B0604020202020204" pitchFamily="34" charset="0"/>
              </a:rPr>
              <a:t>Определяет, что для отправки формы данное поле предварительно должно быть заполнено</a:t>
            </a:r>
          </a:p>
          <a:p>
            <a:pPr marL="342900" indent="-342900">
              <a:lnSpc>
                <a:spcPct val="150000"/>
              </a:lnSpc>
              <a:buFont typeface="+mj-lt"/>
              <a:buAutoNum type="arabicPeriod"/>
            </a:pPr>
            <a:r>
              <a:rPr lang="en-GB" sz="1600" dirty="0" err="1">
                <a:latin typeface="Arial" panose="020B0604020202020204" pitchFamily="34" charset="0"/>
                <a:cs typeface="Arial" panose="020B0604020202020204" pitchFamily="34" charset="0"/>
              </a:rPr>
              <a:t>minlength</a:t>
            </a:r>
            <a:r>
              <a:rPr lang="en-GB" sz="1600" dirty="0">
                <a:latin typeface="Arial" panose="020B0604020202020204" pitchFamily="34" charset="0"/>
                <a:cs typeface="Arial" panose="020B0604020202020204" pitchFamily="34" charset="0"/>
              </a:rPr>
              <a:t> </a:t>
            </a:r>
            <a:r>
              <a:rPr lang="ru-RU" sz="1600" dirty="0">
                <a:latin typeface="Arial" panose="020B0604020202020204" pitchFamily="34" charset="0"/>
                <a:cs typeface="Arial" panose="020B0604020202020204" pitchFamily="34" charset="0"/>
              </a:rPr>
              <a:t>и </a:t>
            </a:r>
            <a:r>
              <a:rPr lang="en-GB" sz="1600" dirty="0" err="1">
                <a:latin typeface="Arial" panose="020B0604020202020204" pitchFamily="34" charset="0"/>
                <a:cs typeface="Arial" panose="020B0604020202020204" pitchFamily="34" charset="0"/>
              </a:rPr>
              <a:t>maxlength</a:t>
            </a:r>
            <a:r>
              <a:rPr lang="en-GB" sz="1600" dirty="0">
                <a:latin typeface="Arial" panose="020B0604020202020204" pitchFamily="34" charset="0"/>
                <a:cs typeface="Arial" panose="020B0604020202020204" pitchFamily="34" charset="0"/>
              </a:rPr>
              <a:t>: </a:t>
            </a:r>
            <a:r>
              <a:rPr lang="ru-RU" sz="1600" dirty="0">
                <a:latin typeface="Arial" panose="020B0604020202020204" pitchFamily="34" charset="0"/>
                <a:cs typeface="Arial" panose="020B0604020202020204" pitchFamily="34" charset="0"/>
              </a:rPr>
              <a:t>Задаёт минимальную и максимальную длину текстовых данных (строк)</a:t>
            </a:r>
          </a:p>
          <a:p>
            <a:pPr marL="342900" indent="-342900">
              <a:lnSpc>
                <a:spcPct val="150000"/>
              </a:lnSpc>
              <a:buFont typeface="+mj-lt"/>
              <a:buAutoNum type="arabicPeriod"/>
            </a:pPr>
            <a:r>
              <a:rPr lang="en-GB" sz="1600" dirty="0">
                <a:latin typeface="Arial" panose="020B0604020202020204" pitchFamily="34" charset="0"/>
                <a:cs typeface="Arial" panose="020B0604020202020204" pitchFamily="34" charset="0"/>
              </a:rPr>
              <a:t>min </a:t>
            </a:r>
            <a:r>
              <a:rPr lang="ru-RU" sz="1600" dirty="0">
                <a:latin typeface="Arial" panose="020B0604020202020204" pitchFamily="34" charset="0"/>
                <a:cs typeface="Arial" panose="020B0604020202020204" pitchFamily="34" charset="0"/>
              </a:rPr>
              <a:t>и </a:t>
            </a:r>
            <a:r>
              <a:rPr lang="en-GB" sz="1600" dirty="0">
                <a:latin typeface="Arial" panose="020B0604020202020204" pitchFamily="34" charset="0"/>
                <a:cs typeface="Arial" panose="020B0604020202020204" pitchFamily="34" charset="0"/>
              </a:rPr>
              <a:t>max: </a:t>
            </a:r>
            <a:r>
              <a:rPr lang="ru-RU" sz="1600" dirty="0">
                <a:latin typeface="Arial" panose="020B0604020202020204" pitchFamily="34" charset="0"/>
                <a:cs typeface="Arial" panose="020B0604020202020204" pitchFamily="34" charset="0"/>
              </a:rPr>
              <a:t>Задаёт минимальное и максимальное значение для поля, рассчитанного на числовой тип данных</a:t>
            </a:r>
          </a:p>
          <a:p>
            <a:pPr marL="342900" indent="-342900">
              <a:lnSpc>
                <a:spcPct val="150000"/>
              </a:lnSpc>
              <a:buFont typeface="+mj-lt"/>
              <a:buAutoNum type="arabicPeriod"/>
            </a:pPr>
            <a:r>
              <a:rPr lang="en-GB" sz="1600" dirty="0">
                <a:latin typeface="Arial" panose="020B0604020202020204" pitchFamily="34" charset="0"/>
                <a:cs typeface="Arial" panose="020B0604020202020204" pitchFamily="34" charset="0"/>
              </a:rPr>
              <a:t>type: </a:t>
            </a:r>
            <a:r>
              <a:rPr lang="ru-RU" sz="1600" dirty="0">
                <a:latin typeface="Arial" panose="020B0604020202020204" pitchFamily="34" charset="0"/>
                <a:cs typeface="Arial" panose="020B0604020202020204" pitchFamily="34" charset="0"/>
              </a:rPr>
              <a:t>Определяет тип данных, на который рассчитано поле: число, </a:t>
            </a:r>
            <a:r>
              <a:rPr lang="en-GB" sz="1600" dirty="0">
                <a:latin typeface="Arial" panose="020B0604020202020204" pitchFamily="34" charset="0"/>
                <a:cs typeface="Arial" panose="020B0604020202020204" pitchFamily="34" charset="0"/>
              </a:rPr>
              <a:t>email-</a:t>
            </a:r>
            <a:r>
              <a:rPr lang="ru-RU" sz="1600" dirty="0">
                <a:latin typeface="Arial" panose="020B0604020202020204" pitchFamily="34" charset="0"/>
                <a:cs typeface="Arial" panose="020B0604020202020204" pitchFamily="34" charset="0"/>
              </a:rPr>
              <a:t>адрес или какой-то другой предустановленный тип</a:t>
            </a:r>
          </a:p>
          <a:p>
            <a:pPr marL="342900" indent="-342900">
              <a:lnSpc>
                <a:spcPct val="150000"/>
              </a:lnSpc>
              <a:buFont typeface="+mj-lt"/>
              <a:buAutoNum type="arabicPeriod"/>
            </a:pPr>
            <a:r>
              <a:rPr lang="en-GB" sz="1600" dirty="0">
                <a:latin typeface="Arial" panose="020B0604020202020204" pitchFamily="34" charset="0"/>
                <a:cs typeface="Arial" panose="020B0604020202020204" pitchFamily="34" charset="0"/>
              </a:rPr>
              <a:t>pattern: </a:t>
            </a:r>
            <a:r>
              <a:rPr lang="ru-RU" sz="1600" dirty="0">
                <a:latin typeface="Arial" panose="020B0604020202020204" pitchFamily="34" charset="0"/>
                <a:cs typeface="Arial" panose="020B0604020202020204" pitchFamily="34" charset="0"/>
              </a:rPr>
              <a:t>С помощью регулярного</a:t>
            </a:r>
            <a:r>
              <a:rPr lang="ru-RU" sz="1600" dirty="0">
                <a:latin typeface="Arial" panose="020B0604020202020204" pitchFamily="34" charset="0"/>
                <a:cs typeface="Arial" panose="020B0604020202020204" pitchFamily="34" charset="0"/>
                <a:hlinkClick r:id="rId3"/>
              </a:rPr>
              <a:t> </a:t>
            </a:r>
            <a:r>
              <a:rPr lang="ru-RU" sz="1600" dirty="0">
                <a:latin typeface="Arial" panose="020B0604020202020204" pitchFamily="34" charset="0"/>
                <a:cs typeface="Arial" panose="020B0604020202020204" pitchFamily="34" charset="0"/>
              </a:rPr>
              <a:t>выражения, определяет шаблон, которому должны соответствовать вводимые данные</a:t>
            </a:r>
          </a:p>
          <a:p>
            <a:pPr algn="just">
              <a:lnSpc>
                <a:spcPct val="150000"/>
              </a:lnSpc>
            </a:pPr>
            <a:endParaRPr lang="ru-RU"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4058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формы</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46</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4853750"/>
          </a:xfrm>
        </p:spPr>
        <p:txBody>
          <a:bodyPr>
            <a:normAutofit/>
          </a:bodyPr>
          <a:lstStyle/>
          <a:p>
            <a:pPr algn="just">
              <a:lnSpc>
                <a:spcPct val="150000"/>
              </a:lnSpc>
            </a:pPr>
            <a:endParaRPr lang="ru-RU"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31B6177F-CB1D-774A-91BE-299FA8F8126B}"/>
              </a:ext>
            </a:extLst>
          </p:cNvPr>
          <p:cNvPicPr>
            <a:picLocks noChangeAspect="1"/>
          </p:cNvPicPr>
          <p:nvPr/>
        </p:nvPicPr>
        <p:blipFill>
          <a:blip r:embed="rId3"/>
          <a:stretch>
            <a:fillRect/>
          </a:stretch>
        </p:blipFill>
        <p:spPr>
          <a:xfrm>
            <a:off x="3670183" y="5256474"/>
            <a:ext cx="5181600" cy="469900"/>
          </a:xfrm>
          <a:prstGeom prst="rect">
            <a:avLst/>
          </a:prstGeom>
          <a:ln>
            <a:solidFill>
              <a:schemeClr val="tx1"/>
            </a:solidFill>
          </a:ln>
        </p:spPr>
      </p:pic>
      <p:pic>
        <p:nvPicPr>
          <p:cNvPr id="11" name="Picture 10">
            <a:extLst>
              <a:ext uri="{FF2B5EF4-FFF2-40B4-BE49-F238E27FC236}">
                <a16:creationId xmlns:a16="http://schemas.microsoft.com/office/drawing/2014/main" id="{4A2CE0F1-27DF-2F48-80C7-EF3AE1AC5197}"/>
              </a:ext>
            </a:extLst>
          </p:cNvPr>
          <p:cNvPicPr>
            <a:picLocks noChangeAspect="1"/>
          </p:cNvPicPr>
          <p:nvPr/>
        </p:nvPicPr>
        <p:blipFill>
          <a:blip r:embed="rId4"/>
          <a:stretch>
            <a:fillRect/>
          </a:stretch>
        </p:blipFill>
        <p:spPr>
          <a:xfrm>
            <a:off x="3917836" y="3961442"/>
            <a:ext cx="4686301" cy="1054099"/>
          </a:xfrm>
          <a:prstGeom prst="rect">
            <a:avLst/>
          </a:prstGeom>
          <a:ln>
            <a:solidFill>
              <a:schemeClr val="tx1"/>
            </a:solidFill>
          </a:ln>
        </p:spPr>
      </p:pic>
      <p:pic>
        <p:nvPicPr>
          <p:cNvPr id="12" name="Picture 11">
            <a:extLst>
              <a:ext uri="{FF2B5EF4-FFF2-40B4-BE49-F238E27FC236}">
                <a16:creationId xmlns:a16="http://schemas.microsoft.com/office/drawing/2014/main" id="{3FEDA727-BF85-4C43-A9B0-33B102D48F8E}"/>
              </a:ext>
            </a:extLst>
          </p:cNvPr>
          <p:cNvPicPr>
            <a:picLocks noChangeAspect="1"/>
          </p:cNvPicPr>
          <p:nvPr/>
        </p:nvPicPr>
        <p:blipFill>
          <a:blip r:embed="rId5"/>
          <a:stretch>
            <a:fillRect/>
          </a:stretch>
        </p:blipFill>
        <p:spPr>
          <a:xfrm>
            <a:off x="3333636" y="1556216"/>
            <a:ext cx="5854700" cy="2222500"/>
          </a:xfrm>
          <a:prstGeom prst="rect">
            <a:avLst/>
          </a:prstGeom>
        </p:spPr>
      </p:pic>
    </p:spTree>
    <p:extLst>
      <p:ext uri="{BB962C8B-B14F-4D97-AF65-F5344CB8AC3E}">
        <p14:creationId xmlns:p14="http://schemas.microsoft.com/office/powerpoint/2010/main" val="15633923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85F47F-BDAC-4765-B67C-89CB6328E697}"/>
              </a:ext>
            </a:extLst>
          </p:cNvPr>
          <p:cNvSpPr>
            <a:spLocks noGrp="1"/>
          </p:cNvSpPr>
          <p:nvPr>
            <p:ph type="body" sz="quarter" idx="12"/>
          </p:nvPr>
        </p:nvSpPr>
        <p:spPr/>
        <p:txBody>
          <a:bodyPr>
            <a:normAutofit lnSpcReduction="10000"/>
          </a:bodyPr>
          <a:lstStyle/>
          <a:p>
            <a:r>
              <a:rPr lang="ru-RU" dirty="0"/>
              <a:t>Задание</a:t>
            </a:r>
            <a:endParaRPr lang="en-GB" dirty="0"/>
          </a:p>
        </p:txBody>
      </p:sp>
      <p:sp>
        <p:nvSpPr>
          <p:cNvPr id="6" name="Text Placeholder 5">
            <a:extLst>
              <a:ext uri="{FF2B5EF4-FFF2-40B4-BE49-F238E27FC236}">
                <a16:creationId xmlns:a16="http://schemas.microsoft.com/office/drawing/2014/main" id="{F75E62B8-CC51-4EF5-968A-94C7F21C5BC7}"/>
              </a:ext>
            </a:extLst>
          </p:cNvPr>
          <p:cNvSpPr>
            <a:spLocks noGrp="1"/>
          </p:cNvSpPr>
          <p:nvPr>
            <p:ph type="body" sz="quarter" idx="13"/>
          </p:nvPr>
        </p:nvSpPr>
        <p:spPr/>
        <p:txBody>
          <a:bodyPr>
            <a:normAutofit lnSpcReduction="10000"/>
          </a:bodyPr>
          <a:lstStyle/>
          <a:p>
            <a:endParaRPr lang="ru-RU" b="1" dirty="0"/>
          </a:p>
        </p:txBody>
      </p:sp>
      <p:sp>
        <p:nvSpPr>
          <p:cNvPr id="7" name="Slide Number Placeholder 3">
            <a:extLst>
              <a:ext uri="{FF2B5EF4-FFF2-40B4-BE49-F238E27FC236}">
                <a16:creationId xmlns:a16="http://schemas.microsoft.com/office/drawing/2014/main" id="{4D4A9B6B-816D-C84C-A4F0-A77529C80774}"/>
              </a:ext>
            </a:extLst>
          </p:cNvPr>
          <p:cNvSpPr>
            <a:spLocks noGrp="1"/>
          </p:cNvSpPr>
          <p:nvPr>
            <p:ph type="sldNum" sz="quarter" idx="16"/>
          </p:nvPr>
        </p:nvSpPr>
        <p:spPr>
          <a:xfrm>
            <a:off x="9188336" y="6548630"/>
            <a:ext cx="2743200" cy="365125"/>
          </a:xfrm>
        </p:spPr>
        <p:txBody>
          <a:bodyPr/>
          <a:lstStyle/>
          <a:p>
            <a:fld id="{161A77F0-8116-4C01-8208-2824BACA9CC7}" type="slidenum">
              <a:rPr lang="en-GB"/>
              <a:pPr/>
              <a:t>47</a:t>
            </a:fld>
            <a:endParaRPr lang="en-GB" dirty="0"/>
          </a:p>
        </p:txBody>
      </p:sp>
      <p:sp>
        <p:nvSpPr>
          <p:cNvPr id="8" name="TextBox 7">
            <a:extLst>
              <a:ext uri="{FF2B5EF4-FFF2-40B4-BE49-F238E27FC236}">
                <a16:creationId xmlns:a16="http://schemas.microsoft.com/office/drawing/2014/main" id="{529B3C91-902C-5A47-AA25-FED76210F419}"/>
              </a:ext>
            </a:extLst>
          </p:cNvPr>
          <p:cNvSpPr txBox="1"/>
          <p:nvPr/>
        </p:nvSpPr>
        <p:spPr>
          <a:xfrm>
            <a:off x="1701478" y="6736466"/>
            <a:ext cx="184731" cy="369332"/>
          </a:xfrm>
          <a:prstGeom prst="rect">
            <a:avLst/>
          </a:prstGeom>
          <a:noFill/>
        </p:spPr>
        <p:txBody>
          <a:bodyPr wrap="none" rtlCol="0">
            <a:spAutoFit/>
          </a:bodyPr>
          <a:lstStyle/>
          <a:p>
            <a:endParaRPr lang="en-RU" dirty="0"/>
          </a:p>
        </p:txBody>
      </p:sp>
      <p:sp>
        <p:nvSpPr>
          <p:cNvPr id="3" name="TextBox 2">
            <a:extLst>
              <a:ext uri="{FF2B5EF4-FFF2-40B4-BE49-F238E27FC236}">
                <a16:creationId xmlns:a16="http://schemas.microsoft.com/office/drawing/2014/main" id="{9E1A31B6-B4A6-2642-BB8F-C3ED32F6D149}"/>
              </a:ext>
            </a:extLst>
          </p:cNvPr>
          <p:cNvSpPr txBox="1"/>
          <p:nvPr/>
        </p:nvSpPr>
        <p:spPr>
          <a:xfrm>
            <a:off x="1169043" y="6481823"/>
            <a:ext cx="184731" cy="369332"/>
          </a:xfrm>
          <a:prstGeom prst="rect">
            <a:avLst/>
          </a:prstGeom>
          <a:noFill/>
        </p:spPr>
        <p:txBody>
          <a:bodyPr wrap="none" rtlCol="0">
            <a:spAutoFit/>
          </a:bodyPr>
          <a:lstStyle/>
          <a:p>
            <a:endParaRPr lang="en-RU" dirty="0"/>
          </a:p>
        </p:txBody>
      </p:sp>
      <p:sp>
        <p:nvSpPr>
          <p:cNvPr id="9" name="Content Placeholder 8">
            <a:extLst>
              <a:ext uri="{FF2B5EF4-FFF2-40B4-BE49-F238E27FC236}">
                <a16:creationId xmlns:a16="http://schemas.microsoft.com/office/drawing/2014/main" id="{22602116-D420-AD43-9CE9-BAAD1022D28D}"/>
              </a:ext>
            </a:extLst>
          </p:cNvPr>
          <p:cNvSpPr>
            <a:spLocks noGrp="1"/>
          </p:cNvSpPr>
          <p:nvPr>
            <p:ph sz="quarter" idx="18"/>
          </p:nvPr>
        </p:nvSpPr>
        <p:spPr>
          <a:xfrm>
            <a:off x="226484" y="1269634"/>
            <a:ext cx="11738505" cy="5466832"/>
          </a:xfrm>
        </p:spPr>
        <p:txBody>
          <a:bodyPr>
            <a:normAutofit fontScale="85000" lnSpcReduction="20000"/>
          </a:bodyPr>
          <a:lstStyle/>
          <a:p>
            <a:pPr algn="just">
              <a:lnSpc>
                <a:spcPct val="150000"/>
              </a:lnSpc>
            </a:pPr>
            <a:r>
              <a:rPr lang="ru-RU" sz="1600" dirty="0">
                <a:latin typeface="Arial" panose="020B0604020202020204" pitchFamily="34" charset="0"/>
                <a:cs typeface="Arial" panose="020B0604020202020204" pitchFamily="34" charset="0"/>
              </a:rPr>
              <a:t>Создать страницу, на которой расположить следующие элементы:</a:t>
            </a:r>
          </a:p>
          <a:p>
            <a:pPr lvl="1" algn="just">
              <a:lnSpc>
                <a:spcPct val="150000"/>
              </a:lnSpc>
            </a:pPr>
            <a:r>
              <a:rPr lang="ru-RU" dirty="0"/>
              <a:t>Заголовок </a:t>
            </a:r>
          </a:p>
          <a:p>
            <a:pPr lvl="1" algn="just">
              <a:lnSpc>
                <a:spcPct val="150000"/>
              </a:lnSpc>
            </a:pPr>
            <a:r>
              <a:rPr lang="ru-RU" dirty="0"/>
              <a:t>Изображение </a:t>
            </a:r>
          </a:p>
          <a:p>
            <a:pPr lvl="1" algn="just">
              <a:lnSpc>
                <a:spcPct val="150000"/>
              </a:lnSpc>
            </a:pPr>
            <a:r>
              <a:rPr lang="ru-RU" dirty="0"/>
              <a:t>Маркированный список со внешними ссылками </a:t>
            </a:r>
          </a:p>
          <a:p>
            <a:pPr lvl="1" algn="just">
              <a:lnSpc>
                <a:spcPct val="150000"/>
              </a:lnSpc>
            </a:pPr>
            <a:r>
              <a:rPr lang="ru-RU" dirty="0"/>
              <a:t>Таблицу 3х4, объединить 2 ячейки в рамках одной строки и 2 другие в рамках одного столбца</a:t>
            </a:r>
          </a:p>
          <a:p>
            <a:pPr lvl="1" algn="just">
              <a:lnSpc>
                <a:spcPct val="150000"/>
              </a:lnSpc>
            </a:pPr>
            <a:r>
              <a:rPr lang="ru-RU" dirty="0"/>
              <a:t>Абзац текста</a:t>
            </a:r>
            <a:r>
              <a:rPr lang="en-US" dirty="0"/>
              <a:t> (</a:t>
            </a:r>
            <a:r>
              <a:rPr lang="ru-RU" dirty="0"/>
              <a:t>объемный, выходящий за пределы страницы)</a:t>
            </a:r>
          </a:p>
          <a:p>
            <a:pPr lvl="1" algn="just">
              <a:lnSpc>
                <a:spcPct val="150000"/>
              </a:lnSpc>
            </a:pPr>
            <a:r>
              <a:rPr lang="ru-RU" dirty="0"/>
              <a:t>Кнопку «в начало» в конце текста (якорь)</a:t>
            </a:r>
          </a:p>
          <a:p>
            <a:pPr algn="just">
              <a:lnSpc>
                <a:spcPct val="150000"/>
              </a:lnSpc>
            </a:pPr>
            <a:r>
              <a:rPr lang="ru-RU" dirty="0"/>
              <a:t>Создать вторую страницу, содержащую форму с полями ввода: </a:t>
            </a:r>
          </a:p>
          <a:p>
            <a:pPr lvl="1" algn="just">
              <a:lnSpc>
                <a:spcPct val="150000"/>
              </a:lnSpc>
            </a:pPr>
            <a:r>
              <a:rPr lang="ru-RU" dirty="0"/>
              <a:t>Текста</a:t>
            </a:r>
          </a:p>
          <a:p>
            <a:pPr lvl="1" algn="just">
              <a:lnSpc>
                <a:spcPct val="150000"/>
              </a:lnSpc>
            </a:pPr>
            <a:r>
              <a:rPr lang="ru-RU" dirty="0"/>
              <a:t>Числа </a:t>
            </a:r>
          </a:p>
          <a:p>
            <a:pPr lvl="1" algn="just">
              <a:lnSpc>
                <a:spcPct val="150000"/>
              </a:lnSpc>
            </a:pPr>
            <a:r>
              <a:rPr lang="ru-RU" dirty="0"/>
              <a:t>Пароля </a:t>
            </a:r>
          </a:p>
          <a:p>
            <a:pPr lvl="1" algn="just">
              <a:lnSpc>
                <a:spcPct val="150000"/>
              </a:lnSpc>
            </a:pPr>
            <a:r>
              <a:rPr lang="ru-RU" dirty="0"/>
              <a:t>Значения из </a:t>
            </a:r>
            <a:r>
              <a:rPr lang="ru-RU" dirty="0" err="1"/>
              <a:t>радикнопок</a:t>
            </a:r>
            <a:endParaRPr lang="ru-RU" dirty="0"/>
          </a:p>
          <a:p>
            <a:pPr lvl="1" algn="just">
              <a:lnSpc>
                <a:spcPct val="150000"/>
              </a:lnSpc>
            </a:pPr>
            <a:r>
              <a:rPr lang="ru-RU" dirty="0"/>
              <a:t>Значения из </a:t>
            </a:r>
            <a:r>
              <a:rPr lang="ru-RU" dirty="0" err="1"/>
              <a:t>чекбокса</a:t>
            </a:r>
            <a:endParaRPr lang="ru-RU" dirty="0"/>
          </a:p>
          <a:p>
            <a:pPr algn="just">
              <a:lnSpc>
                <a:spcPct val="150000"/>
              </a:lnSpc>
            </a:pPr>
            <a:r>
              <a:rPr lang="ru-RU" dirty="0"/>
              <a:t>На обеих страницах предусмотреть ссылку на другую страницу</a:t>
            </a:r>
          </a:p>
          <a:p>
            <a:pPr marL="0" indent="0" algn="just">
              <a:lnSpc>
                <a:spcPct val="150000"/>
              </a:lnSpc>
              <a:buNone/>
            </a:pPr>
            <a:r>
              <a:rPr lang="ru-RU" dirty="0"/>
              <a:t>* Вставить видео и аудио на страницу (</a:t>
            </a:r>
            <a:r>
              <a:rPr lang="en-GB" dirty="0"/>
              <a:t>https://</a:t>
            </a:r>
            <a:r>
              <a:rPr lang="en-GB" dirty="0" err="1"/>
              <a:t>www.soundhelix.com</a:t>
            </a:r>
            <a:r>
              <a:rPr lang="en-GB" dirty="0"/>
              <a:t>/examples/mp3/SoundHelix-Song-1.mp3</a:t>
            </a:r>
            <a:r>
              <a:rPr lang="ru-RU" dirty="0"/>
              <a:t>)</a:t>
            </a:r>
          </a:p>
          <a:p>
            <a:pPr lvl="1" algn="just">
              <a:lnSpc>
                <a:spcPct val="150000"/>
              </a:lnSpc>
            </a:pPr>
            <a:endParaRPr lang="ru-RU" dirty="0"/>
          </a:p>
        </p:txBody>
      </p:sp>
    </p:spTree>
    <p:extLst>
      <p:ext uri="{BB962C8B-B14F-4D97-AF65-F5344CB8AC3E}">
        <p14:creationId xmlns:p14="http://schemas.microsoft.com/office/powerpoint/2010/main" val="2183148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71836</TotalTime>
  <Words>875</Words>
  <Application>Microsoft Macintosh PowerPoint</Application>
  <PresentationFormat>Widescreen</PresentationFormat>
  <Paragraphs>225</Paragraphs>
  <Slides>47</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Alexander Volkov</cp:lastModifiedBy>
  <cp:revision>98</cp:revision>
  <dcterms:created xsi:type="dcterms:W3CDTF">2022-05-12T13:49:15Z</dcterms:created>
  <dcterms:modified xsi:type="dcterms:W3CDTF">2026-09-21T12:21:24Z</dcterms:modified>
</cp:coreProperties>
</file>